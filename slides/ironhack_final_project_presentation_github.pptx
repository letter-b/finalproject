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10"/>
  </p:notesMasterIdLst>
  <p:sldIdLst>
    <p:sldId id="256" r:id="rId2"/>
    <p:sldId id="257" r:id="rId3"/>
    <p:sldId id="260" r:id="rId4"/>
    <p:sldId id="258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4029" autoAdjust="0"/>
  </p:normalViewPr>
  <p:slideViewPr>
    <p:cSldViewPr snapToGrid="0">
      <p:cViewPr varScale="1">
        <p:scale>
          <a:sx n="82" d="100"/>
          <a:sy n="82" d="100"/>
        </p:scale>
        <p:origin x="17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12.svg"/><Relationship Id="rId16" Type="http://schemas.openxmlformats.org/officeDocument/2006/relationships/image" Target="../media/image26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12.svg"/><Relationship Id="rId16" Type="http://schemas.openxmlformats.org/officeDocument/2006/relationships/image" Target="../media/image26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719E15-C9D2-45EE-9971-5037B4E40A2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pt-PT"/>
        </a:p>
      </dgm:t>
    </dgm:pt>
    <dgm:pt modelId="{DF6AE03D-8BB9-4AB4-9AAB-7552B02F9C68}">
      <dgm:prSet phldrT="[Text]"/>
      <dgm:spPr/>
      <dgm:t>
        <a:bodyPr/>
        <a:lstStyle/>
        <a:p>
          <a:r>
            <a:rPr lang="pt-PT" dirty="0" err="1">
              <a:latin typeface="Aptos Display" panose="020B0004020202020204" pitchFamily="34" charset="0"/>
            </a:rPr>
            <a:t>Production</a:t>
          </a:r>
          <a:endParaRPr lang="pt-PT" dirty="0">
            <a:latin typeface="Aptos Display" panose="020B0004020202020204" pitchFamily="34" charset="0"/>
          </a:endParaRPr>
        </a:p>
      </dgm:t>
    </dgm:pt>
    <dgm:pt modelId="{A147DD42-2636-42E0-BE6D-470BC25AB09E}" type="parTrans" cxnId="{BB00D2AB-3D41-4817-ADDC-0CE0AAFF857E}">
      <dgm:prSet/>
      <dgm:spPr/>
      <dgm:t>
        <a:bodyPr/>
        <a:lstStyle/>
        <a:p>
          <a:endParaRPr lang="pt-PT"/>
        </a:p>
      </dgm:t>
    </dgm:pt>
    <dgm:pt modelId="{20FEC43C-8AB8-4604-9881-5805D5638DAB}" type="sibTrans" cxnId="{BB00D2AB-3D41-4817-ADDC-0CE0AAFF857E}">
      <dgm:prSet/>
      <dgm:spPr/>
      <dgm:t>
        <a:bodyPr/>
        <a:lstStyle/>
        <a:p>
          <a:endParaRPr lang="pt-PT"/>
        </a:p>
      </dgm:t>
    </dgm:pt>
    <dgm:pt modelId="{5BC51C11-B223-4DAC-85F6-BA2FF9067894}">
      <dgm:prSet phldrT="[Text]"/>
      <dgm:spPr/>
      <dgm:t>
        <a:bodyPr/>
        <a:lstStyle/>
        <a:p>
          <a:r>
            <a:rPr lang="pt-PT" dirty="0">
              <a:latin typeface="Aptos Display" panose="020B0004020202020204" pitchFamily="34" charset="0"/>
            </a:rPr>
            <a:t>- </a:t>
          </a:r>
          <a:r>
            <a:rPr lang="pt-PT" dirty="0" err="1">
              <a:latin typeface="Aptos Display" panose="020B0004020202020204" pitchFamily="34" charset="0"/>
            </a:rPr>
            <a:t>Large</a:t>
          </a:r>
          <a:r>
            <a:rPr lang="pt-PT" dirty="0">
              <a:latin typeface="Aptos Display" panose="020B0004020202020204" pitchFamily="34" charset="0"/>
            </a:rPr>
            <a:t> </a:t>
          </a:r>
          <a:r>
            <a:rPr lang="pt-PT" dirty="0" err="1">
              <a:latin typeface="Aptos Display" panose="020B0004020202020204" pitchFamily="34" charset="0"/>
            </a:rPr>
            <a:t>scale</a:t>
          </a:r>
          <a:br>
            <a:rPr lang="pt-PT" dirty="0">
              <a:latin typeface="Aptos Display" panose="020B0004020202020204" pitchFamily="34" charset="0"/>
            </a:rPr>
          </a:br>
          <a:r>
            <a:rPr lang="pt-PT" dirty="0">
              <a:latin typeface="Aptos Display" panose="020B0004020202020204" pitchFamily="34" charset="0"/>
            </a:rPr>
            <a:t>- </a:t>
          </a:r>
          <a:r>
            <a:rPr lang="pt-PT" dirty="0" err="1">
              <a:latin typeface="Aptos Display" panose="020B0004020202020204" pitchFamily="34" charset="0"/>
            </a:rPr>
            <a:t>Often</a:t>
          </a:r>
          <a:endParaRPr lang="pt-PT" dirty="0">
            <a:latin typeface="Aptos Display" panose="020B0004020202020204" pitchFamily="34" charset="0"/>
          </a:endParaRPr>
        </a:p>
      </dgm:t>
    </dgm:pt>
    <dgm:pt modelId="{E52FE59E-AAC3-4D17-A822-CEF8D030271A}" type="parTrans" cxnId="{59C8A8E9-AD87-4CB5-AC73-3DEF944A5259}">
      <dgm:prSet/>
      <dgm:spPr/>
      <dgm:t>
        <a:bodyPr/>
        <a:lstStyle/>
        <a:p>
          <a:endParaRPr lang="pt-PT"/>
        </a:p>
      </dgm:t>
    </dgm:pt>
    <dgm:pt modelId="{E72EA83B-6FAF-479C-ABDD-B6E6A5B1FEFD}" type="sibTrans" cxnId="{59C8A8E9-AD87-4CB5-AC73-3DEF944A5259}">
      <dgm:prSet/>
      <dgm:spPr/>
      <dgm:t>
        <a:bodyPr/>
        <a:lstStyle/>
        <a:p>
          <a:endParaRPr lang="pt-PT"/>
        </a:p>
      </dgm:t>
    </dgm:pt>
    <dgm:pt modelId="{E62AE227-6727-4F40-882F-415A166AB728}">
      <dgm:prSet phldrT="[Text]" custT="1"/>
      <dgm:spPr/>
      <dgm:t>
        <a:bodyPr/>
        <a:lstStyle/>
        <a:p>
          <a:r>
            <a:rPr lang="pt-PT" sz="25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Retail</a:t>
          </a:r>
          <a:endParaRPr lang="pt-PT" sz="25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 Display" panose="020B0004020202020204" pitchFamily="34" charset="0"/>
            <a:ea typeface="+mn-ea"/>
            <a:cs typeface="+mn-cs"/>
          </a:endParaRPr>
        </a:p>
      </dgm:t>
    </dgm:pt>
    <dgm:pt modelId="{F138658F-13B9-4142-B768-8270C63968FE}" type="parTrans" cxnId="{71B731B3-5F1E-459D-9F39-9A325777A263}">
      <dgm:prSet/>
      <dgm:spPr/>
      <dgm:t>
        <a:bodyPr/>
        <a:lstStyle/>
        <a:p>
          <a:endParaRPr lang="pt-PT"/>
        </a:p>
      </dgm:t>
    </dgm:pt>
    <dgm:pt modelId="{F92743AA-E6FE-44BD-8D4E-0F7AE70E3637}" type="sibTrans" cxnId="{71B731B3-5F1E-459D-9F39-9A325777A263}">
      <dgm:prSet/>
      <dgm:spPr/>
      <dgm:t>
        <a:bodyPr/>
        <a:lstStyle/>
        <a:p>
          <a:endParaRPr lang="pt-PT"/>
        </a:p>
      </dgm:t>
    </dgm:pt>
    <dgm:pt modelId="{31A18CA5-F166-4BF6-BF4B-70425C4CE883}">
      <dgm:prSet phldrT="[Text]" custT="1"/>
      <dgm:spPr/>
      <dgm:t>
        <a:bodyPr/>
        <a:lstStyle/>
        <a:p>
          <a:r>
            <a:rPr lang="pt-PT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- </a:t>
          </a:r>
          <a:r>
            <a:rPr lang="pt-PT" sz="18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Medium</a:t>
          </a:r>
          <a:r>
            <a:rPr lang="pt-PT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 </a:t>
          </a:r>
          <a:r>
            <a:rPr lang="pt-PT" sz="18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scale</a:t>
          </a:r>
          <a:br>
            <a:rPr lang="pt-PT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</a:br>
          <a:r>
            <a:rPr lang="pt-PT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- Less </a:t>
          </a:r>
          <a:r>
            <a:rPr lang="pt-PT" sz="18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often</a:t>
          </a:r>
          <a:endParaRPr lang="pt-PT" sz="18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 Display" panose="020B0004020202020204" pitchFamily="34" charset="0"/>
            <a:ea typeface="+mn-ea"/>
            <a:cs typeface="+mn-cs"/>
          </a:endParaRPr>
        </a:p>
      </dgm:t>
    </dgm:pt>
    <dgm:pt modelId="{97533896-903A-427D-9825-82B2ED67B6A1}" type="parTrans" cxnId="{086C70F4-E06E-4CBB-A912-086B1BA6CA01}">
      <dgm:prSet/>
      <dgm:spPr/>
      <dgm:t>
        <a:bodyPr/>
        <a:lstStyle/>
        <a:p>
          <a:endParaRPr lang="pt-PT"/>
        </a:p>
      </dgm:t>
    </dgm:pt>
    <dgm:pt modelId="{F13599A5-2574-4AB0-BD8E-3AB55B49118F}" type="sibTrans" cxnId="{086C70F4-E06E-4CBB-A912-086B1BA6CA01}">
      <dgm:prSet/>
      <dgm:spPr/>
      <dgm:t>
        <a:bodyPr/>
        <a:lstStyle/>
        <a:p>
          <a:endParaRPr lang="pt-PT"/>
        </a:p>
      </dgm:t>
    </dgm:pt>
    <dgm:pt modelId="{FEBA5CCD-DCBF-4033-99C8-6A76776C8803}">
      <dgm:prSet phldrT="[Text]" custT="1"/>
      <dgm:spPr/>
      <dgm:t>
        <a:bodyPr/>
        <a:lstStyle/>
        <a:p>
          <a:r>
            <a:rPr lang="pt-PT" sz="25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Purchase</a:t>
          </a:r>
          <a:endParaRPr lang="pt-PT" sz="25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 Display" panose="020B0004020202020204" pitchFamily="34" charset="0"/>
            <a:ea typeface="+mn-ea"/>
            <a:cs typeface="+mn-cs"/>
          </a:endParaRPr>
        </a:p>
      </dgm:t>
    </dgm:pt>
    <dgm:pt modelId="{823A3B87-429D-4110-8D2F-7449D8A6D1F1}" type="parTrans" cxnId="{AD42DEA8-B87D-46B7-880B-109AAA4E8820}">
      <dgm:prSet/>
      <dgm:spPr/>
      <dgm:t>
        <a:bodyPr/>
        <a:lstStyle/>
        <a:p>
          <a:endParaRPr lang="pt-PT"/>
        </a:p>
      </dgm:t>
    </dgm:pt>
    <dgm:pt modelId="{AA2E1BC2-04BB-4723-A713-6E624FA0B748}" type="sibTrans" cxnId="{AD42DEA8-B87D-46B7-880B-109AAA4E8820}">
      <dgm:prSet/>
      <dgm:spPr/>
      <dgm:t>
        <a:bodyPr/>
        <a:lstStyle/>
        <a:p>
          <a:endParaRPr lang="pt-PT"/>
        </a:p>
      </dgm:t>
    </dgm:pt>
    <dgm:pt modelId="{6137F43D-93EF-4482-BE52-14E626864A06}">
      <dgm:prSet phldrT="[Text]" custT="1"/>
      <dgm:spPr/>
      <dgm:t>
        <a:bodyPr/>
        <a:lstStyle/>
        <a:p>
          <a:r>
            <a:rPr lang="pt-PT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- </a:t>
          </a:r>
          <a:r>
            <a:rPr lang="pt-PT" sz="18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Small</a:t>
          </a:r>
          <a:r>
            <a:rPr lang="pt-PT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 </a:t>
          </a:r>
          <a:r>
            <a:rPr lang="pt-PT" sz="18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scale</a:t>
          </a:r>
          <a:br>
            <a:rPr lang="pt-PT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</a:br>
          <a:r>
            <a:rPr lang="pt-PT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- </a:t>
          </a:r>
          <a:r>
            <a:rPr lang="pt-PT" sz="18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Esporadically</a:t>
          </a:r>
          <a:endParaRPr lang="pt-PT" sz="18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 Display" panose="020B0004020202020204" pitchFamily="34" charset="0"/>
            <a:ea typeface="+mn-ea"/>
            <a:cs typeface="+mn-cs"/>
          </a:endParaRPr>
        </a:p>
      </dgm:t>
    </dgm:pt>
    <dgm:pt modelId="{6D0B8CBE-B83D-46BF-A1E7-26CE564BD4BF}" type="parTrans" cxnId="{1D9FFF14-77C3-4711-B5A4-AAD5AAE11E2A}">
      <dgm:prSet/>
      <dgm:spPr/>
      <dgm:t>
        <a:bodyPr/>
        <a:lstStyle/>
        <a:p>
          <a:endParaRPr lang="pt-PT"/>
        </a:p>
      </dgm:t>
    </dgm:pt>
    <dgm:pt modelId="{51DDA1E8-2959-4A59-8C99-D025729C7297}" type="sibTrans" cxnId="{1D9FFF14-77C3-4711-B5A4-AAD5AAE11E2A}">
      <dgm:prSet/>
      <dgm:spPr/>
      <dgm:t>
        <a:bodyPr/>
        <a:lstStyle/>
        <a:p>
          <a:endParaRPr lang="pt-PT"/>
        </a:p>
      </dgm:t>
    </dgm:pt>
    <dgm:pt modelId="{1AE3B756-38A9-473D-922F-671231CD07AD}" type="pres">
      <dgm:prSet presAssocID="{CB719E15-C9D2-45EE-9971-5037B4E40A29}" presName="root" presStyleCnt="0">
        <dgm:presLayoutVars>
          <dgm:dir/>
          <dgm:resizeHandles val="exact"/>
        </dgm:presLayoutVars>
      </dgm:prSet>
      <dgm:spPr/>
    </dgm:pt>
    <dgm:pt modelId="{3EC87F78-815F-4F5B-A27D-C375BFA49F31}" type="pres">
      <dgm:prSet presAssocID="{DF6AE03D-8BB9-4AB4-9AAB-7552B02F9C68}" presName="compNode" presStyleCnt="0"/>
      <dgm:spPr/>
    </dgm:pt>
    <dgm:pt modelId="{0214EB28-F569-4645-A108-8721F2BDC1C3}" type="pres">
      <dgm:prSet presAssocID="{DF6AE03D-8BB9-4AB4-9AAB-7552B02F9C68}" presName="bgRect" presStyleLbl="bgShp" presStyleIdx="0" presStyleCnt="3"/>
      <dgm:spPr>
        <a:ln>
          <a:solidFill>
            <a:schemeClr val="bg1">
              <a:lumMod val="75000"/>
            </a:schemeClr>
          </a:solidFill>
        </a:ln>
      </dgm:spPr>
    </dgm:pt>
    <dgm:pt modelId="{89A4A27A-7D44-475B-8D23-DD5B100E2CD7}" type="pres">
      <dgm:prSet presAssocID="{DF6AE03D-8BB9-4AB4-9AAB-7552B02F9C6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89407BE3-1ED9-4574-9C6D-FC3D24280551}" type="pres">
      <dgm:prSet presAssocID="{DF6AE03D-8BB9-4AB4-9AAB-7552B02F9C68}" presName="spaceRect" presStyleCnt="0"/>
      <dgm:spPr/>
    </dgm:pt>
    <dgm:pt modelId="{0C1D3CFF-89B3-4B0F-80A2-D699105E5400}" type="pres">
      <dgm:prSet presAssocID="{DF6AE03D-8BB9-4AB4-9AAB-7552B02F9C68}" presName="parTx" presStyleLbl="revTx" presStyleIdx="0" presStyleCnt="6">
        <dgm:presLayoutVars>
          <dgm:chMax val="0"/>
          <dgm:chPref val="0"/>
        </dgm:presLayoutVars>
      </dgm:prSet>
      <dgm:spPr/>
    </dgm:pt>
    <dgm:pt modelId="{FEE62DD2-F845-4496-94A0-C1D9394E92E0}" type="pres">
      <dgm:prSet presAssocID="{DF6AE03D-8BB9-4AB4-9AAB-7552B02F9C68}" presName="desTx" presStyleLbl="revTx" presStyleIdx="1" presStyleCnt="6">
        <dgm:presLayoutVars/>
      </dgm:prSet>
      <dgm:spPr/>
    </dgm:pt>
    <dgm:pt modelId="{3027E7C9-6596-4BCA-8450-59E82DFFCCC2}" type="pres">
      <dgm:prSet presAssocID="{20FEC43C-8AB8-4604-9881-5805D5638DAB}" presName="sibTrans" presStyleCnt="0"/>
      <dgm:spPr/>
    </dgm:pt>
    <dgm:pt modelId="{62790B05-E42A-4225-AEE4-E69D87F1AE34}" type="pres">
      <dgm:prSet presAssocID="{E62AE227-6727-4F40-882F-415A166AB728}" presName="compNode" presStyleCnt="0"/>
      <dgm:spPr/>
    </dgm:pt>
    <dgm:pt modelId="{42CB7142-A8B0-4B08-AA09-9C98FFBF87C3}" type="pres">
      <dgm:prSet presAssocID="{E62AE227-6727-4F40-882F-415A166AB728}" presName="bgRect" presStyleLbl="bgShp" presStyleIdx="1" presStyleCnt="3"/>
      <dgm:spPr>
        <a:ln>
          <a:solidFill>
            <a:schemeClr val="bg1">
              <a:lumMod val="75000"/>
            </a:schemeClr>
          </a:solidFill>
        </a:ln>
      </dgm:spPr>
    </dgm:pt>
    <dgm:pt modelId="{98B915AF-B371-4F9E-A71B-0BC5B4D752F6}" type="pres">
      <dgm:prSet presAssocID="{E62AE227-6727-4F40-882F-415A166AB72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re"/>
        </a:ext>
      </dgm:extLst>
    </dgm:pt>
    <dgm:pt modelId="{4443EF7C-26FC-4DD9-BF40-D3F421D5A0EF}" type="pres">
      <dgm:prSet presAssocID="{E62AE227-6727-4F40-882F-415A166AB728}" presName="spaceRect" presStyleCnt="0"/>
      <dgm:spPr/>
    </dgm:pt>
    <dgm:pt modelId="{AE044092-5D04-40D3-BC45-4C227854ACE5}" type="pres">
      <dgm:prSet presAssocID="{E62AE227-6727-4F40-882F-415A166AB728}" presName="parTx" presStyleLbl="revTx" presStyleIdx="2" presStyleCnt="6">
        <dgm:presLayoutVars>
          <dgm:chMax val="0"/>
          <dgm:chPref val="0"/>
        </dgm:presLayoutVars>
      </dgm:prSet>
      <dgm:spPr/>
    </dgm:pt>
    <dgm:pt modelId="{576C0FB6-3657-4F85-BF8E-A6A31B08BD66}" type="pres">
      <dgm:prSet presAssocID="{E62AE227-6727-4F40-882F-415A166AB728}" presName="desTx" presStyleLbl="revTx" presStyleIdx="3" presStyleCnt="6">
        <dgm:presLayoutVars/>
      </dgm:prSet>
      <dgm:spPr/>
    </dgm:pt>
    <dgm:pt modelId="{4670FE28-37F5-403C-9526-3DF73C6E3876}" type="pres">
      <dgm:prSet presAssocID="{F92743AA-E6FE-44BD-8D4E-0F7AE70E3637}" presName="sibTrans" presStyleCnt="0"/>
      <dgm:spPr/>
    </dgm:pt>
    <dgm:pt modelId="{8D6FF1A4-6E8D-4BB3-9C03-0C06FF1281CE}" type="pres">
      <dgm:prSet presAssocID="{FEBA5CCD-DCBF-4033-99C8-6A76776C8803}" presName="compNode" presStyleCnt="0"/>
      <dgm:spPr/>
    </dgm:pt>
    <dgm:pt modelId="{535413C1-CD6C-4459-8F71-AE9279F25260}" type="pres">
      <dgm:prSet presAssocID="{FEBA5CCD-DCBF-4033-99C8-6A76776C8803}" presName="bgRect" presStyleLbl="bgShp" presStyleIdx="2" presStyleCnt="3"/>
      <dgm:spPr>
        <a:ln>
          <a:solidFill>
            <a:schemeClr val="bg1">
              <a:lumMod val="75000"/>
            </a:schemeClr>
          </a:solidFill>
        </a:ln>
      </dgm:spPr>
    </dgm:pt>
    <dgm:pt modelId="{776581C3-BB0F-4553-88AA-51F92574B916}" type="pres">
      <dgm:prSet presAssocID="{FEBA5CCD-DCBF-4033-99C8-6A76776C880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43971C87-2157-45E9-AD3D-7B0FC21729E2}" type="pres">
      <dgm:prSet presAssocID="{FEBA5CCD-DCBF-4033-99C8-6A76776C8803}" presName="spaceRect" presStyleCnt="0"/>
      <dgm:spPr/>
    </dgm:pt>
    <dgm:pt modelId="{B9222CEE-DA13-489F-9905-985B28C4F47B}" type="pres">
      <dgm:prSet presAssocID="{FEBA5CCD-DCBF-4033-99C8-6A76776C8803}" presName="parTx" presStyleLbl="revTx" presStyleIdx="4" presStyleCnt="6">
        <dgm:presLayoutVars>
          <dgm:chMax val="0"/>
          <dgm:chPref val="0"/>
        </dgm:presLayoutVars>
      </dgm:prSet>
      <dgm:spPr/>
    </dgm:pt>
    <dgm:pt modelId="{9688BC58-500D-401B-B7D1-43ACA23D7837}" type="pres">
      <dgm:prSet presAssocID="{FEBA5CCD-DCBF-4033-99C8-6A76776C8803}" presName="desTx" presStyleLbl="revTx" presStyleIdx="5" presStyleCnt="6">
        <dgm:presLayoutVars/>
      </dgm:prSet>
      <dgm:spPr/>
    </dgm:pt>
  </dgm:ptLst>
  <dgm:cxnLst>
    <dgm:cxn modelId="{1D9FFF14-77C3-4711-B5A4-AAD5AAE11E2A}" srcId="{FEBA5CCD-DCBF-4033-99C8-6A76776C8803}" destId="{6137F43D-93EF-4482-BE52-14E626864A06}" srcOrd="0" destOrd="0" parTransId="{6D0B8CBE-B83D-46BF-A1E7-26CE564BD4BF}" sibTransId="{51DDA1E8-2959-4A59-8C99-D025729C7297}"/>
    <dgm:cxn modelId="{7ABD0358-5C06-41FE-A752-7CF1F6491384}" type="presOf" srcId="{FEBA5CCD-DCBF-4033-99C8-6A76776C8803}" destId="{B9222CEE-DA13-489F-9905-985B28C4F47B}" srcOrd="0" destOrd="0" presId="urn:microsoft.com/office/officeart/2018/2/layout/IconVerticalSolidList"/>
    <dgm:cxn modelId="{2DA4AD78-43A5-4E56-B0BE-84BBC110BE01}" type="presOf" srcId="{6137F43D-93EF-4482-BE52-14E626864A06}" destId="{9688BC58-500D-401B-B7D1-43ACA23D7837}" srcOrd="0" destOrd="0" presId="urn:microsoft.com/office/officeart/2018/2/layout/IconVerticalSolidList"/>
    <dgm:cxn modelId="{1266C3A6-BC61-466D-A86C-44EBD11CA4FB}" type="presOf" srcId="{5BC51C11-B223-4DAC-85F6-BA2FF9067894}" destId="{FEE62DD2-F845-4496-94A0-C1D9394E92E0}" srcOrd="0" destOrd="0" presId="urn:microsoft.com/office/officeart/2018/2/layout/IconVerticalSolidList"/>
    <dgm:cxn modelId="{AD42DEA8-B87D-46B7-880B-109AAA4E8820}" srcId="{CB719E15-C9D2-45EE-9971-5037B4E40A29}" destId="{FEBA5CCD-DCBF-4033-99C8-6A76776C8803}" srcOrd="2" destOrd="0" parTransId="{823A3B87-429D-4110-8D2F-7449D8A6D1F1}" sibTransId="{AA2E1BC2-04BB-4723-A713-6E624FA0B748}"/>
    <dgm:cxn modelId="{BB00D2AB-3D41-4817-ADDC-0CE0AAFF857E}" srcId="{CB719E15-C9D2-45EE-9971-5037B4E40A29}" destId="{DF6AE03D-8BB9-4AB4-9AAB-7552B02F9C68}" srcOrd="0" destOrd="0" parTransId="{A147DD42-2636-42E0-BE6D-470BC25AB09E}" sibTransId="{20FEC43C-8AB8-4604-9881-5805D5638DAB}"/>
    <dgm:cxn modelId="{71B731B3-5F1E-459D-9F39-9A325777A263}" srcId="{CB719E15-C9D2-45EE-9971-5037B4E40A29}" destId="{E62AE227-6727-4F40-882F-415A166AB728}" srcOrd="1" destOrd="0" parTransId="{F138658F-13B9-4142-B768-8270C63968FE}" sibTransId="{F92743AA-E6FE-44BD-8D4E-0F7AE70E3637}"/>
    <dgm:cxn modelId="{767F87CC-9CB8-42B4-B36F-70CE8C36C153}" type="presOf" srcId="{DF6AE03D-8BB9-4AB4-9AAB-7552B02F9C68}" destId="{0C1D3CFF-89B3-4B0F-80A2-D699105E5400}" srcOrd="0" destOrd="0" presId="urn:microsoft.com/office/officeart/2018/2/layout/IconVerticalSolidList"/>
    <dgm:cxn modelId="{2EC1C4D6-4643-4027-B6A5-3CBDD9FC658F}" type="presOf" srcId="{E62AE227-6727-4F40-882F-415A166AB728}" destId="{AE044092-5D04-40D3-BC45-4C227854ACE5}" srcOrd="0" destOrd="0" presId="urn:microsoft.com/office/officeart/2018/2/layout/IconVerticalSolidList"/>
    <dgm:cxn modelId="{59C8A8E9-AD87-4CB5-AC73-3DEF944A5259}" srcId="{DF6AE03D-8BB9-4AB4-9AAB-7552B02F9C68}" destId="{5BC51C11-B223-4DAC-85F6-BA2FF9067894}" srcOrd="0" destOrd="0" parTransId="{E52FE59E-AAC3-4D17-A822-CEF8D030271A}" sibTransId="{E72EA83B-6FAF-479C-ABDD-B6E6A5B1FEFD}"/>
    <dgm:cxn modelId="{D140D5EA-3778-4349-BE2B-76020561C0A1}" type="presOf" srcId="{31A18CA5-F166-4BF6-BF4B-70425C4CE883}" destId="{576C0FB6-3657-4F85-BF8E-A6A31B08BD66}" srcOrd="0" destOrd="0" presId="urn:microsoft.com/office/officeart/2018/2/layout/IconVerticalSolidList"/>
    <dgm:cxn modelId="{9965A2EF-184C-4125-AAF3-CC30F9EC7AF9}" type="presOf" srcId="{CB719E15-C9D2-45EE-9971-5037B4E40A29}" destId="{1AE3B756-38A9-473D-922F-671231CD07AD}" srcOrd="0" destOrd="0" presId="urn:microsoft.com/office/officeart/2018/2/layout/IconVerticalSolidList"/>
    <dgm:cxn modelId="{086C70F4-E06E-4CBB-A912-086B1BA6CA01}" srcId="{E62AE227-6727-4F40-882F-415A166AB728}" destId="{31A18CA5-F166-4BF6-BF4B-70425C4CE883}" srcOrd="0" destOrd="0" parTransId="{97533896-903A-427D-9825-82B2ED67B6A1}" sibTransId="{F13599A5-2574-4AB0-BD8E-3AB55B49118F}"/>
    <dgm:cxn modelId="{210D5909-F6FB-4233-8459-337D9F47DBE9}" type="presParOf" srcId="{1AE3B756-38A9-473D-922F-671231CD07AD}" destId="{3EC87F78-815F-4F5B-A27D-C375BFA49F31}" srcOrd="0" destOrd="0" presId="urn:microsoft.com/office/officeart/2018/2/layout/IconVerticalSolidList"/>
    <dgm:cxn modelId="{6BC8BE8B-5E48-4D7C-A6A1-06A36516E508}" type="presParOf" srcId="{3EC87F78-815F-4F5B-A27D-C375BFA49F31}" destId="{0214EB28-F569-4645-A108-8721F2BDC1C3}" srcOrd="0" destOrd="0" presId="urn:microsoft.com/office/officeart/2018/2/layout/IconVerticalSolidList"/>
    <dgm:cxn modelId="{E4BC14AA-3DC2-47D7-B3FF-98FE21C6A0F9}" type="presParOf" srcId="{3EC87F78-815F-4F5B-A27D-C375BFA49F31}" destId="{89A4A27A-7D44-475B-8D23-DD5B100E2CD7}" srcOrd="1" destOrd="0" presId="urn:microsoft.com/office/officeart/2018/2/layout/IconVerticalSolidList"/>
    <dgm:cxn modelId="{42196BB3-8C8F-44FA-8CB8-6E2B6D00E640}" type="presParOf" srcId="{3EC87F78-815F-4F5B-A27D-C375BFA49F31}" destId="{89407BE3-1ED9-4574-9C6D-FC3D24280551}" srcOrd="2" destOrd="0" presId="urn:microsoft.com/office/officeart/2018/2/layout/IconVerticalSolidList"/>
    <dgm:cxn modelId="{1433C68C-7826-4012-BBB0-E1D3B64D7FD2}" type="presParOf" srcId="{3EC87F78-815F-4F5B-A27D-C375BFA49F31}" destId="{0C1D3CFF-89B3-4B0F-80A2-D699105E5400}" srcOrd="3" destOrd="0" presId="urn:microsoft.com/office/officeart/2018/2/layout/IconVerticalSolidList"/>
    <dgm:cxn modelId="{8C695F33-B361-4A73-8C2F-1E37739B57F4}" type="presParOf" srcId="{3EC87F78-815F-4F5B-A27D-C375BFA49F31}" destId="{FEE62DD2-F845-4496-94A0-C1D9394E92E0}" srcOrd="4" destOrd="0" presId="urn:microsoft.com/office/officeart/2018/2/layout/IconVerticalSolidList"/>
    <dgm:cxn modelId="{12267497-F589-4F91-9DD6-504B883682CC}" type="presParOf" srcId="{1AE3B756-38A9-473D-922F-671231CD07AD}" destId="{3027E7C9-6596-4BCA-8450-59E82DFFCCC2}" srcOrd="1" destOrd="0" presId="urn:microsoft.com/office/officeart/2018/2/layout/IconVerticalSolidList"/>
    <dgm:cxn modelId="{ED885100-BE88-4347-8855-EF05B79AC605}" type="presParOf" srcId="{1AE3B756-38A9-473D-922F-671231CD07AD}" destId="{62790B05-E42A-4225-AEE4-E69D87F1AE34}" srcOrd="2" destOrd="0" presId="urn:microsoft.com/office/officeart/2018/2/layout/IconVerticalSolidList"/>
    <dgm:cxn modelId="{FFED39C8-77CF-46A5-8836-B5F62E6C470F}" type="presParOf" srcId="{62790B05-E42A-4225-AEE4-E69D87F1AE34}" destId="{42CB7142-A8B0-4B08-AA09-9C98FFBF87C3}" srcOrd="0" destOrd="0" presId="urn:microsoft.com/office/officeart/2018/2/layout/IconVerticalSolidList"/>
    <dgm:cxn modelId="{0D6D25C7-1A36-425F-BF08-C447215FA887}" type="presParOf" srcId="{62790B05-E42A-4225-AEE4-E69D87F1AE34}" destId="{98B915AF-B371-4F9E-A71B-0BC5B4D752F6}" srcOrd="1" destOrd="0" presId="urn:microsoft.com/office/officeart/2018/2/layout/IconVerticalSolidList"/>
    <dgm:cxn modelId="{53F64BE9-F8B9-4AF8-BF73-E1BE854F5144}" type="presParOf" srcId="{62790B05-E42A-4225-AEE4-E69D87F1AE34}" destId="{4443EF7C-26FC-4DD9-BF40-D3F421D5A0EF}" srcOrd="2" destOrd="0" presId="urn:microsoft.com/office/officeart/2018/2/layout/IconVerticalSolidList"/>
    <dgm:cxn modelId="{F9B6A91A-E5C0-41EB-A467-B310C7F16513}" type="presParOf" srcId="{62790B05-E42A-4225-AEE4-E69D87F1AE34}" destId="{AE044092-5D04-40D3-BC45-4C227854ACE5}" srcOrd="3" destOrd="0" presId="urn:microsoft.com/office/officeart/2018/2/layout/IconVerticalSolidList"/>
    <dgm:cxn modelId="{203FA88E-3769-4859-B77C-6F43B4EBF5DD}" type="presParOf" srcId="{62790B05-E42A-4225-AEE4-E69D87F1AE34}" destId="{576C0FB6-3657-4F85-BF8E-A6A31B08BD66}" srcOrd="4" destOrd="0" presId="urn:microsoft.com/office/officeart/2018/2/layout/IconVerticalSolidList"/>
    <dgm:cxn modelId="{9FAA0F08-4787-438E-934C-B1A1FC0A0EE7}" type="presParOf" srcId="{1AE3B756-38A9-473D-922F-671231CD07AD}" destId="{4670FE28-37F5-403C-9526-3DF73C6E3876}" srcOrd="3" destOrd="0" presId="urn:microsoft.com/office/officeart/2018/2/layout/IconVerticalSolidList"/>
    <dgm:cxn modelId="{737B9568-D716-42B7-BEEF-76B17E143881}" type="presParOf" srcId="{1AE3B756-38A9-473D-922F-671231CD07AD}" destId="{8D6FF1A4-6E8D-4BB3-9C03-0C06FF1281CE}" srcOrd="4" destOrd="0" presId="urn:microsoft.com/office/officeart/2018/2/layout/IconVerticalSolidList"/>
    <dgm:cxn modelId="{8D918F6D-84D8-480D-9C57-0D912AEB243E}" type="presParOf" srcId="{8D6FF1A4-6E8D-4BB3-9C03-0C06FF1281CE}" destId="{535413C1-CD6C-4459-8F71-AE9279F25260}" srcOrd="0" destOrd="0" presId="urn:microsoft.com/office/officeart/2018/2/layout/IconVerticalSolidList"/>
    <dgm:cxn modelId="{02F7E745-28EA-4058-9710-69B8EEC6F9CC}" type="presParOf" srcId="{8D6FF1A4-6E8D-4BB3-9C03-0C06FF1281CE}" destId="{776581C3-BB0F-4553-88AA-51F92574B916}" srcOrd="1" destOrd="0" presId="urn:microsoft.com/office/officeart/2018/2/layout/IconVerticalSolidList"/>
    <dgm:cxn modelId="{4C3F82F8-509E-47A6-83D1-98A42B39CCCC}" type="presParOf" srcId="{8D6FF1A4-6E8D-4BB3-9C03-0C06FF1281CE}" destId="{43971C87-2157-45E9-AD3D-7B0FC21729E2}" srcOrd="2" destOrd="0" presId="urn:microsoft.com/office/officeart/2018/2/layout/IconVerticalSolidList"/>
    <dgm:cxn modelId="{070DE5FF-D33A-4EAE-AB0B-23AFBD9CB31F}" type="presParOf" srcId="{8D6FF1A4-6E8D-4BB3-9C03-0C06FF1281CE}" destId="{B9222CEE-DA13-489F-9905-985B28C4F47B}" srcOrd="3" destOrd="0" presId="urn:microsoft.com/office/officeart/2018/2/layout/IconVerticalSolidList"/>
    <dgm:cxn modelId="{9D13ACF6-0A55-445C-A6EF-EDF309C37724}" type="presParOf" srcId="{8D6FF1A4-6E8D-4BB3-9C03-0C06FF1281CE}" destId="{9688BC58-500D-401B-B7D1-43ACA23D7837}" srcOrd="4" destOrd="0" presId="urn:microsoft.com/office/officeart/2018/2/layout/IconVerticalSolidLis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A0B282B-37FF-404E-BF0F-8405E0D17D9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2527F1E-12F0-402D-B1E2-93DB8B0BF83B}">
      <dgm:prSet custT="1"/>
      <dgm:spPr/>
      <dgm:t>
        <a:bodyPr/>
        <a:lstStyle/>
        <a:p>
          <a:pPr marL="0" lvl="0" indent="0" algn="l" defTabSz="914400" rtl="0" eaLnBrk="1" latinLnBrk="0" hangingPunct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Entirely synthetic - 8 interconnected tables</a:t>
          </a:r>
        </a:p>
      </dgm:t>
    </dgm:pt>
    <dgm:pt modelId="{D1B40FCD-1590-4FE1-B7CB-A2068B6EEFF3}" type="parTrans" cxnId="{4F49549A-39A2-4DEF-97C0-01B4A4B1F478}">
      <dgm:prSet/>
      <dgm:spPr/>
      <dgm:t>
        <a:bodyPr/>
        <a:lstStyle/>
        <a:p>
          <a:endParaRPr lang="en-US"/>
        </a:p>
      </dgm:t>
    </dgm:pt>
    <dgm:pt modelId="{7DEEDC7B-3C8F-42A5-8908-85A66CFB4D44}" type="sibTrans" cxnId="{4F49549A-39A2-4DEF-97C0-01B4A4B1F478}">
      <dgm:prSet/>
      <dgm:spPr/>
      <dgm:t>
        <a:bodyPr/>
        <a:lstStyle/>
        <a:p>
          <a:endParaRPr lang="en-US"/>
        </a:p>
      </dgm:t>
    </dgm:pt>
    <dgm:pt modelId="{CA182286-BBA4-4781-8A34-FC18E2C34D8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~1,600 rental transactions</a:t>
          </a:r>
        </a:p>
      </dgm:t>
    </dgm:pt>
    <dgm:pt modelId="{52050609-5995-46C2-A6E5-F09CD5AE75CE}" type="parTrans" cxnId="{55A86FC3-101E-4763-BFA0-23AB7FF1E1BA}">
      <dgm:prSet/>
      <dgm:spPr/>
      <dgm:t>
        <a:bodyPr/>
        <a:lstStyle/>
        <a:p>
          <a:endParaRPr lang="en-US"/>
        </a:p>
      </dgm:t>
    </dgm:pt>
    <dgm:pt modelId="{DBB5E9D4-F337-44DA-A778-8335C010C379}" type="sibTrans" cxnId="{55A86FC3-101E-4763-BFA0-23AB7FF1E1BA}">
      <dgm:prSet/>
      <dgm:spPr/>
      <dgm:t>
        <a:bodyPr/>
        <a:lstStyle/>
        <a:p>
          <a:endParaRPr lang="en-US"/>
        </a:p>
      </dgm:t>
    </dgm:pt>
    <dgm:pt modelId="{C36905BA-1F3D-46F2-94FA-5CE5422507FE}">
      <dgm:prSet custT="1"/>
      <dgm:spPr/>
      <dgm:t>
        <a:bodyPr/>
        <a:lstStyle/>
        <a:p>
          <a:pPr marL="0" algn="l" defTabSz="914400" rtl="0" eaLnBrk="1" latinLnBrk="0" hangingPunct="1">
            <a:lnSpc>
              <a:spcPct val="100000"/>
            </a:lnSpc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Real world and business rules</a:t>
          </a:r>
        </a:p>
      </dgm:t>
    </dgm:pt>
    <dgm:pt modelId="{FE9A0196-6466-4ADD-A0F5-75F99890CFDD}" type="parTrans" cxnId="{F57CC909-E230-45CB-BA50-D22674DDBB2D}">
      <dgm:prSet/>
      <dgm:spPr/>
      <dgm:t>
        <a:bodyPr/>
        <a:lstStyle/>
        <a:p>
          <a:endParaRPr lang="en-US"/>
        </a:p>
      </dgm:t>
    </dgm:pt>
    <dgm:pt modelId="{8965BADD-10D2-4B53-8513-3D28606DEF79}" type="sibTrans" cxnId="{F57CC909-E230-45CB-BA50-D22674DDBB2D}">
      <dgm:prSet/>
      <dgm:spPr/>
      <dgm:t>
        <a:bodyPr/>
        <a:lstStyle/>
        <a:p>
          <a:endParaRPr lang="en-US"/>
        </a:p>
      </dgm:t>
    </dgm:pt>
    <dgm:pt modelId="{34C94DB0-8DF8-4795-9A10-C5DF4179EA9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PT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~500 </a:t>
          </a:r>
          <a:r>
            <a:rPr lang="pt-PT" sz="16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products</a:t>
          </a:r>
          <a:r>
            <a:rPr lang="pt-PT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 </a:t>
          </a:r>
          <a:r>
            <a:rPr lang="pt-PT" sz="16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across</a:t>
          </a:r>
          <a:r>
            <a:rPr lang="pt-PT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 14 </a:t>
          </a:r>
          <a:r>
            <a:rPr lang="pt-PT" sz="16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electronics</a:t>
          </a:r>
          <a:r>
            <a:rPr lang="pt-PT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 </a:t>
          </a:r>
          <a:r>
            <a:rPr lang="pt-PT" sz="16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categories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 Display" panose="020B0004020202020204" pitchFamily="34" charset="0"/>
            <a:ea typeface="+mn-ea"/>
            <a:cs typeface="+mn-cs"/>
          </a:endParaRPr>
        </a:p>
      </dgm:t>
    </dgm:pt>
    <dgm:pt modelId="{99AC9F22-8410-4D7A-9788-89DE1A6882B1}" type="parTrans" cxnId="{AE1DD50B-E29F-43BF-AA5A-B27DA333C175}">
      <dgm:prSet/>
      <dgm:spPr/>
      <dgm:t>
        <a:bodyPr/>
        <a:lstStyle/>
        <a:p>
          <a:endParaRPr lang="en-US"/>
        </a:p>
      </dgm:t>
    </dgm:pt>
    <dgm:pt modelId="{12D0DE39-6D35-4E68-B0AD-5F7FBE71DCFE}" type="sibTrans" cxnId="{AE1DD50B-E29F-43BF-AA5A-B27DA333C175}">
      <dgm:prSet/>
      <dgm:spPr/>
      <dgm:t>
        <a:bodyPr/>
        <a:lstStyle/>
        <a:p>
          <a:endParaRPr lang="en-US"/>
        </a:p>
      </dgm:t>
    </dgm:pt>
    <dgm:pt modelId="{E1A8524B-420E-4EF0-81E3-B0BC1F68EA3E}">
      <dgm:prSet custT="1"/>
      <dgm:spPr/>
      <dgm:t>
        <a:bodyPr/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6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Eligibility</a:t>
          </a:r>
          <a:r>
            <a:rPr lang="pt-PT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 Rule – 12 </a:t>
          </a:r>
          <a:r>
            <a:rPr lang="pt-PT" sz="16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months</a:t>
          </a:r>
          <a:r>
            <a:rPr lang="pt-PT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 </a:t>
          </a:r>
          <a:r>
            <a:rPr lang="pt-PT" sz="16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unsold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 Display" panose="020B0004020202020204" pitchFamily="34" charset="0"/>
            <a:ea typeface="+mn-ea"/>
            <a:cs typeface="+mn-cs"/>
          </a:endParaRPr>
        </a:p>
      </dgm:t>
    </dgm:pt>
    <dgm:pt modelId="{8BCADC79-9D84-402F-A965-789FBC698BE8}" type="parTrans" cxnId="{E940E704-3276-4062-ABEB-E6E3C259967E}">
      <dgm:prSet/>
      <dgm:spPr/>
      <dgm:t>
        <a:bodyPr/>
        <a:lstStyle/>
        <a:p>
          <a:endParaRPr lang="en-US"/>
        </a:p>
      </dgm:t>
    </dgm:pt>
    <dgm:pt modelId="{01C9942D-925E-473B-8685-5D21114D10A0}" type="sibTrans" cxnId="{E940E704-3276-4062-ABEB-E6E3C259967E}">
      <dgm:prSet/>
      <dgm:spPr/>
      <dgm:t>
        <a:bodyPr/>
        <a:lstStyle/>
        <a:p>
          <a:endParaRPr lang="en-US"/>
        </a:p>
      </dgm:t>
    </dgm:pt>
    <dgm:pt modelId="{821EAB63-9FBF-4961-A123-135EB6869D4B}">
      <dgm:prSet custT="1"/>
      <dgm:spPr/>
      <dgm:t>
        <a:bodyPr/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6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Markdown</a:t>
          </a:r>
          <a:r>
            <a:rPr lang="pt-PT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 </a:t>
          </a:r>
          <a:r>
            <a:rPr lang="pt-PT" sz="16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Benchmarks</a:t>
          </a:r>
          <a:r>
            <a:rPr lang="pt-PT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 -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 </a:t>
          </a:r>
          <a:r>
            <a:rPr lang="pt-PT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40–75% (</a:t>
          </a:r>
          <a:r>
            <a:rPr lang="pt-PT" sz="16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published</a:t>
          </a:r>
          <a:r>
            <a:rPr lang="pt-PT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 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NRF)</a:t>
          </a:r>
        </a:p>
      </dgm:t>
    </dgm:pt>
    <dgm:pt modelId="{9D95847D-3CFF-463D-81CD-20F6C44ACC05}" type="parTrans" cxnId="{F0A72639-770B-491C-9F22-A9EB2FC3661D}">
      <dgm:prSet/>
      <dgm:spPr/>
      <dgm:t>
        <a:bodyPr/>
        <a:lstStyle/>
        <a:p>
          <a:endParaRPr lang="en-US"/>
        </a:p>
      </dgm:t>
    </dgm:pt>
    <dgm:pt modelId="{7665CFB4-6FA8-485C-8EF5-F274574A230F}" type="sibTrans" cxnId="{F0A72639-770B-491C-9F22-A9EB2FC3661D}">
      <dgm:prSet/>
      <dgm:spPr/>
      <dgm:t>
        <a:bodyPr/>
        <a:lstStyle/>
        <a:p>
          <a:endParaRPr lang="en-US"/>
        </a:p>
      </dgm:t>
    </dgm:pt>
    <dgm:pt modelId="{7F7E7A9A-C517-4208-BC98-7793866506E8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dirty="0" err="1">
              <a:latin typeface="Aptos Display" panose="020B0004020202020204" pitchFamily="34" charset="0"/>
            </a:rPr>
            <a:t>Rental</a:t>
          </a:r>
          <a:r>
            <a:rPr lang="pt-PT" dirty="0">
              <a:latin typeface="Aptos Display" panose="020B0004020202020204" pitchFamily="34" charset="0"/>
            </a:rPr>
            <a:t> </a:t>
          </a:r>
          <a:r>
            <a:rPr lang="pt-PT" dirty="0" err="1">
              <a:latin typeface="Aptos Display" panose="020B0004020202020204" pitchFamily="34" charset="0"/>
            </a:rPr>
            <a:t>Economics</a:t>
          </a:r>
          <a:r>
            <a:rPr lang="pt-PT" dirty="0">
              <a:latin typeface="Aptos Display" panose="020B0004020202020204" pitchFamily="34" charset="0"/>
            </a:rPr>
            <a:t> – </a:t>
          </a:r>
          <a:r>
            <a:rPr lang="pt-PT" dirty="0" err="1">
              <a:latin typeface="Aptos Display" panose="020B0004020202020204" pitchFamily="34" charset="0"/>
            </a:rPr>
            <a:t>various</a:t>
          </a:r>
          <a:r>
            <a:rPr lang="pt-PT" dirty="0">
              <a:latin typeface="Aptos Display" panose="020B0004020202020204" pitchFamily="34" charset="0"/>
            </a:rPr>
            <a:t> </a:t>
          </a:r>
          <a:r>
            <a:rPr lang="pt-PT" dirty="0" err="1">
              <a:latin typeface="Aptos Display" panose="020B0004020202020204" pitchFamily="34" charset="0"/>
            </a:rPr>
            <a:t>models</a:t>
          </a:r>
          <a:endParaRPr lang="en-US" dirty="0">
            <a:latin typeface="Aptos Display" panose="020B0004020202020204" pitchFamily="34" charset="0"/>
          </a:endParaRPr>
        </a:p>
      </dgm:t>
    </dgm:pt>
    <dgm:pt modelId="{49F66E64-CF96-4EEE-B9A0-8A58E890979E}" type="parTrans" cxnId="{46728F5C-C467-428C-9FF0-AA16070E0C97}">
      <dgm:prSet/>
      <dgm:spPr/>
      <dgm:t>
        <a:bodyPr/>
        <a:lstStyle/>
        <a:p>
          <a:endParaRPr lang="en-US"/>
        </a:p>
      </dgm:t>
    </dgm:pt>
    <dgm:pt modelId="{13BD91BC-2085-4DB1-90A5-8AD3C3295C56}" type="sibTrans" cxnId="{46728F5C-C467-428C-9FF0-AA16070E0C97}">
      <dgm:prSet/>
      <dgm:spPr/>
      <dgm:t>
        <a:bodyPr/>
        <a:lstStyle/>
        <a:p>
          <a:endParaRPr lang="en-US"/>
        </a:p>
      </dgm:t>
    </dgm:pt>
    <dgm:pt modelId="{94130B53-180B-4A54-B5DF-590611CBC0B9}">
      <dgm:prSet/>
      <dgm:spPr/>
      <dgm:t>
        <a:bodyPr/>
        <a:lstStyle/>
        <a:p>
          <a:pPr>
            <a:lnSpc>
              <a:spcPct val="100000"/>
            </a:lnSpc>
          </a:pPr>
          <a:endParaRPr lang="pt-PT"/>
        </a:p>
      </dgm:t>
    </dgm:pt>
    <dgm:pt modelId="{C00E4A14-B128-4266-A683-29E9A96C9BF2}" type="parTrans" cxnId="{30982916-0F0F-45BF-99FB-994174D1C2D2}">
      <dgm:prSet/>
      <dgm:spPr/>
      <dgm:t>
        <a:bodyPr/>
        <a:lstStyle/>
        <a:p>
          <a:endParaRPr lang="pt-PT"/>
        </a:p>
      </dgm:t>
    </dgm:pt>
    <dgm:pt modelId="{0D459B09-D7DD-4CAB-81AD-FD3375FE7C6A}" type="sibTrans" cxnId="{30982916-0F0F-45BF-99FB-994174D1C2D2}">
      <dgm:prSet/>
      <dgm:spPr/>
      <dgm:t>
        <a:bodyPr/>
        <a:lstStyle/>
        <a:p>
          <a:endParaRPr lang="pt-PT"/>
        </a:p>
      </dgm:t>
    </dgm:pt>
    <dgm:pt modelId="{DE7F2CF1-03AA-4AF1-96FC-745DC5488D24}" type="pres">
      <dgm:prSet presAssocID="{3A0B282B-37FF-404E-BF0F-8405E0D17D9E}" presName="root" presStyleCnt="0">
        <dgm:presLayoutVars>
          <dgm:dir/>
          <dgm:resizeHandles val="exact"/>
        </dgm:presLayoutVars>
      </dgm:prSet>
      <dgm:spPr/>
    </dgm:pt>
    <dgm:pt modelId="{753B5E44-20B8-4B14-92C9-404BD2020BDA}" type="pres">
      <dgm:prSet presAssocID="{D2527F1E-12F0-402D-B1E2-93DB8B0BF83B}" presName="compNode" presStyleCnt="0"/>
      <dgm:spPr/>
    </dgm:pt>
    <dgm:pt modelId="{E28E1087-7E1D-4C71-8ECA-8851E77F4907}" type="pres">
      <dgm:prSet presAssocID="{D2527F1E-12F0-402D-B1E2-93DB8B0BF83B}" presName="bgRect" presStyleLbl="bgShp" presStyleIdx="0" presStyleCnt="8"/>
      <dgm:spPr/>
    </dgm:pt>
    <dgm:pt modelId="{499C49B4-7469-4870-933C-5CA6A490C80F}" type="pres">
      <dgm:prSet presAssocID="{D2527F1E-12F0-402D-B1E2-93DB8B0BF83B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6571A7A9-7CD2-490B-BB48-C2F831D4075C}" type="pres">
      <dgm:prSet presAssocID="{D2527F1E-12F0-402D-B1E2-93DB8B0BF83B}" presName="spaceRect" presStyleCnt="0"/>
      <dgm:spPr/>
    </dgm:pt>
    <dgm:pt modelId="{07D22D5F-95A6-471B-8A41-D122EB239570}" type="pres">
      <dgm:prSet presAssocID="{D2527F1E-12F0-402D-B1E2-93DB8B0BF83B}" presName="parTx" presStyleLbl="revTx" presStyleIdx="0" presStyleCnt="8">
        <dgm:presLayoutVars>
          <dgm:chMax val="0"/>
          <dgm:chPref val="0"/>
        </dgm:presLayoutVars>
      </dgm:prSet>
      <dgm:spPr/>
    </dgm:pt>
    <dgm:pt modelId="{B0F96EA7-CF42-4811-B87A-0432BAA11B7F}" type="pres">
      <dgm:prSet presAssocID="{7DEEDC7B-3C8F-42A5-8908-85A66CFB4D44}" presName="sibTrans" presStyleCnt="0"/>
      <dgm:spPr/>
    </dgm:pt>
    <dgm:pt modelId="{6392FEB7-D559-4FFA-AC4A-0004C9EF7F63}" type="pres">
      <dgm:prSet presAssocID="{C36905BA-1F3D-46F2-94FA-5CE5422507FE}" presName="compNode" presStyleCnt="0"/>
      <dgm:spPr/>
    </dgm:pt>
    <dgm:pt modelId="{44329DEF-B586-40B3-9867-4F327C914DB4}" type="pres">
      <dgm:prSet presAssocID="{C36905BA-1F3D-46F2-94FA-5CE5422507FE}" presName="bgRect" presStyleLbl="bgShp" presStyleIdx="1" presStyleCnt="8"/>
      <dgm:spPr/>
    </dgm:pt>
    <dgm:pt modelId="{889C59B3-16E2-4AB8-BC5E-3ECB734F7EE3}" type="pres">
      <dgm:prSet presAssocID="{C36905BA-1F3D-46F2-94FA-5CE5422507FE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61798F53-A7E5-4041-848E-15DEF82E9FC0}" type="pres">
      <dgm:prSet presAssocID="{C36905BA-1F3D-46F2-94FA-5CE5422507FE}" presName="spaceRect" presStyleCnt="0"/>
      <dgm:spPr/>
    </dgm:pt>
    <dgm:pt modelId="{1BADD3C3-E5FC-41B9-B1D3-C3D5A2B0EBB8}" type="pres">
      <dgm:prSet presAssocID="{C36905BA-1F3D-46F2-94FA-5CE5422507FE}" presName="parTx" presStyleLbl="revTx" presStyleIdx="1" presStyleCnt="8">
        <dgm:presLayoutVars>
          <dgm:chMax val="0"/>
          <dgm:chPref val="0"/>
        </dgm:presLayoutVars>
      </dgm:prSet>
      <dgm:spPr/>
    </dgm:pt>
    <dgm:pt modelId="{B8A1E970-95AD-40B4-9B48-3FF9EF189BC3}" type="pres">
      <dgm:prSet presAssocID="{8965BADD-10D2-4B53-8513-3D28606DEF79}" presName="sibTrans" presStyleCnt="0"/>
      <dgm:spPr/>
    </dgm:pt>
    <dgm:pt modelId="{8CA20346-374E-42DE-95E5-0F2F5FDF4BE0}" type="pres">
      <dgm:prSet presAssocID="{94130B53-180B-4A54-B5DF-590611CBC0B9}" presName="compNode" presStyleCnt="0"/>
      <dgm:spPr/>
    </dgm:pt>
    <dgm:pt modelId="{45521CF3-8F30-4720-87B8-769478A10F8B}" type="pres">
      <dgm:prSet presAssocID="{94130B53-180B-4A54-B5DF-590611CBC0B9}" presName="bgRect" presStyleLbl="bgShp" presStyleIdx="2" presStyleCnt="8"/>
      <dgm:spPr/>
    </dgm:pt>
    <dgm:pt modelId="{6BCE220D-C5F7-4B72-960F-25449C60C23E}" type="pres">
      <dgm:prSet presAssocID="{94130B53-180B-4A54-B5DF-590611CBC0B9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ddress Book outline"/>
        </a:ext>
      </dgm:extLst>
    </dgm:pt>
    <dgm:pt modelId="{66E32938-8851-4E8C-92E9-EBFDD935057B}" type="pres">
      <dgm:prSet presAssocID="{94130B53-180B-4A54-B5DF-590611CBC0B9}" presName="spaceRect" presStyleCnt="0"/>
      <dgm:spPr/>
    </dgm:pt>
    <dgm:pt modelId="{D06A1490-5FE0-4E61-A9E5-AD345EC56B8A}" type="pres">
      <dgm:prSet presAssocID="{94130B53-180B-4A54-B5DF-590611CBC0B9}" presName="parTx" presStyleLbl="revTx" presStyleIdx="2" presStyleCnt="8">
        <dgm:presLayoutVars>
          <dgm:chMax val="0"/>
          <dgm:chPref val="0"/>
        </dgm:presLayoutVars>
      </dgm:prSet>
      <dgm:spPr/>
    </dgm:pt>
    <dgm:pt modelId="{71C38074-241B-478C-8FED-4052895D1B40}" type="pres">
      <dgm:prSet presAssocID="{0D459B09-D7DD-4CAB-81AD-FD3375FE7C6A}" presName="sibTrans" presStyleCnt="0"/>
      <dgm:spPr/>
    </dgm:pt>
    <dgm:pt modelId="{319FDD37-DDC1-422F-852D-7DD034E1E8EA}" type="pres">
      <dgm:prSet presAssocID="{34C94DB0-8DF8-4795-9A10-C5DF4179EA93}" presName="compNode" presStyleCnt="0"/>
      <dgm:spPr/>
    </dgm:pt>
    <dgm:pt modelId="{F729BA83-E06C-446A-88E5-D685BAA77BEF}" type="pres">
      <dgm:prSet presAssocID="{34C94DB0-8DF8-4795-9A10-C5DF4179EA93}" presName="bgRect" presStyleLbl="bgShp" presStyleIdx="3" presStyleCnt="8"/>
      <dgm:spPr/>
    </dgm:pt>
    <dgm:pt modelId="{63AE394B-5441-4F0D-B782-07E5FCB11089}" type="pres">
      <dgm:prSet presAssocID="{34C94DB0-8DF8-4795-9A10-C5DF4179EA93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18563B7A-6239-40E3-B468-1987FCEB8E45}" type="pres">
      <dgm:prSet presAssocID="{34C94DB0-8DF8-4795-9A10-C5DF4179EA93}" presName="spaceRect" presStyleCnt="0"/>
      <dgm:spPr/>
    </dgm:pt>
    <dgm:pt modelId="{1FF5BE13-EB21-4BAA-894D-ABA943319CC4}" type="pres">
      <dgm:prSet presAssocID="{34C94DB0-8DF8-4795-9A10-C5DF4179EA93}" presName="parTx" presStyleLbl="revTx" presStyleIdx="3" presStyleCnt="8">
        <dgm:presLayoutVars>
          <dgm:chMax val="0"/>
          <dgm:chPref val="0"/>
        </dgm:presLayoutVars>
      </dgm:prSet>
      <dgm:spPr/>
    </dgm:pt>
    <dgm:pt modelId="{3851604C-8598-4C4F-A322-0865892C65F2}" type="pres">
      <dgm:prSet presAssocID="{12D0DE39-6D35-4E68-B0AD-5F7FBE71DCFE}" presName="sibTrans" presStyleCnt="0"/>
      <dgm:spPr/>
    </dgm:pt>
    <dgm:pt modelId="{12D0E9F2-2B48-440D-9C3F-4956935BFAD6}" type="pres">
      <dgm:prSet presAssocID="{821EAB63-9FBF-4961-A123-135EB6869D4B}" presName="compNode" presStyleCnt="0"/>
      <dgm:spPr/>
    </dgm:pt>
    <dgm:pt modelId="{3FF03539-FA07-4540-9507-652C8CD1D519}" type="pres">
      <dgm:prSet presAssocID="{821EAB63-9FBF-4961-A123-135EB6869D4B}" presName="bgRect" presStyleLbl="bgShp" presStyleIdx="4" presStyleCnt="8"/>
      <dgm:spPr/>
    </dgm:pt>
    <dgm:pt modelId="{B1DAF17F-647C-4FCF-B5B2-B2DDD05BB7BF}" type="pres">
      <dgm:prSet presAssocID="{821EAB63-9FBF-4961-A123-135EB6869D4B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r"/>
        </a:ext>
      </dgm:extLst>
    </dgm:pt>
    <dgm:pt modelId="{2F62310D-8388-40A7-B2DF-11D845AB1242}" type="pres">
      <dgm:prSet presAssocID="{821EAB63-9FBF-4961-A123-135EB6869D4B}" presName="spaceRect" presStyleCnt="0"/>
      <dgm:spPr/>
    </dgm:pt>
    <dgm:pt modelId="{63E47B93-ECC7-42A9-9FF5-AD6D9B663EA2}" type="pres">
      <dgm:prSet presAssocID="{821EAB63-9FBF-4961-A123-135EB6869D4B}" presName="parTx" presStyleLbl="revTx" presStyleIdx="4" presStyleCnt="8">
        <dgm:presLayoutVars>
          <dgm:chMax val="0"/>
          <dgm:chPref val="0"/>
        </dgm:presLayoutVars>
      </dgm:prSet>
      <dgm:spPr/>
    </dgm:pt>
    <dgm:pt modelId="{B390A479-E9E1-41D9-B133-6AD36E6C1C72}" type="pres">
      <dgm:prSet presAssocID="{7665CFB4-6FA8-485C-8EF5-F274574A230F}" presName="sibTrans" presStyleCnt="0"/>
      <dgm:spPr/>
    </dgm:pt>
    <dgm:pt modelId="{999A7AFE-9787-4C72-947B-0EE4DDA3C001}" type="pres">
      <dgm:prSet presAssocID="{E1A8524B-420E-4EF0-81E3-B0BC1F68EA3E}" presName="compNode" presStyleCnt="0"/>
      <dgm:spPr/>
    </dgm:pt>
    <dgm:pt modelId="{D6D1C8B7-948D-4188-B494-222147EA5494}" type="pres">
      <dgm:prSet presAssocID="{E1A8524B-420E-4EF0-81E3-B0BC1F68EA3E}" presName="bgRect" presStyleLbl="bgShp" presStyleIdx="5" presStyleCnt="8"/>
      <dgm:spPr/>
    </dgm:pt>
    <dgm:pt modelId="{9AF90FED-7DB6-4FC8-AD82-8D44198EABF0}" type="pres">
      <dgm:prSet presAssocID="{E1A8524B-420E-4EF0-81E3-B0BC1F68EA3E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1E7F212-DB05-4C8B-98C3-DED2D8886B2E}" type="pres">
      <dgm:prSet presAssocID="{E1A8524B-420E-4EF0-81E3-B0BC1F68EA3E}" presName="spaceRect" presStyleCnt="0"/>
      <dgm:spPr/>
    </dgm:pt>
    <dgm:pt modelId="{30EFCA86-4399-4FFC-866B-A98476596F91}" type="pres">
      <dgm:prSet presAssocID="{E1A8524B-420E-4EF0-81E3-B0BC1F68EA3E}" presName="parTx" presStyleLbl="revTx" presStyleIdx="5" presStyleCnt="8">
        <dgm:presLayoutVars>
          <dgm:chMax val="0"/>
          <dgm:chPref val="0"/>
        </dgm:presLayoutVars>
      </dgm:prSet>
      <dgm:spPr/>
    </dgm:pt>
    <dgm:pt modelId="{65FE44C5-CBC7-4EAB-94D9-6E0A3ACA426C}" type="pres">
      <dgm:prSet presAssocID="{01C9942D-925E-473B-8685-5D21114D10A0}" presName="sibTrans" presStyleCnt="0"/>
      <dgm:spPr/>
    </dgm:pt>
    <dgm:pt modelId="{BB3CA5C4-B2A9-4716-B7F3-2BDCABE68574}" type="pres">
      <dgm:prSet presAssocID="{CA182286-BBA4-4781-8A34-FC18E2C34D8E}" presName="compNode" presStyleCnt="0"/>
      <dgm:spPr/>
    </dgm:pt>
    <dgm:pt modelId="{B23F137B-0034-48C3-A86A-043E31507898}" type="pres">
      <dgm:prSet presAssocID="{CA182286-BBA4-4781-8A34-FC18E2C34D8E}" presName="bgRect" presStyleLbl="bgShp" presStyleIdx="6" presStyleCnt="8"/>
      <dgm:spPr/>
    </dgm:pt>
    <dgm:pt modelId="{0AEE5AC4-9906-461E-831D-4A7518817ECE}" type="pres">
      <dgm:prSet presAssocID="{CA182286-BBA4-4781-8A34-FC18E2C34D8E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me"/>
        </a:ext>
      </dgm:extLst>
    </dgm:pt>
    <dgm:pt modelId="{95F5C13D-B59B-4AE7-8043-9E158A29A4A1}" type="pres">
      <dgm:prSet presAssocID="{CA182286-BBA4-4781-8A34-FC18E2C34D8E}" presName="spaceRect" presStyleCnt="0"/>
      <dgm:spPr/>
    </dgm:pt>
    <dgm:pt modelId="{DA820206-8CFD-45E2-8A9A-D0B3977C1F41}" type="pres">
      <dgm:prSet presAssocID="{CA182286-BBA4-4781-8A34-FC18E2C34D8E}" presName="parTx" presStyleLbl="revTx" presStyleIdx="6" presStyleCnt="8">
        <dgm:presLayoutVars>
          <dgm:chMax val="0"/>
          <dgm:chPref val="0"/>
        </dgm:presLayoutVars>
      </dgm:prSet>
      <dgm:spPr/>
    </dgm:pt>
    <dgm:pt modelId="{16E0B1AE-B097-4E6A-86A5-40831DB5FC81}" type="pres">
      <dgm:prSet presAssocID="{DBB5E9D4-F337-44DA-A778-8335C010C379}" presName="sibTrans" presStyleCnt="0"/>
      <dgm:spPr/>
    </dgm:pt>
    <dgm:pt modelId="{4410E330-897F-4FFF-B5DC-5C910B2AFC80}" type="pres">
      <dgm:prSet presAssocID="{7F7E7A9A-C517-4208-BC98-7793866506E8}" presName="compNode" presStyleCnt="0"/>
      <dgm:spPr/>
    </dgm:pt>
    <dgm:pt modelId="{58296383-529D-4CD5-B98B-8BA6495DEE60}" type="pres">
      <dgm:prSet presAssocID="{7F7E7A9A-C517-4208-BC98-7793866506E8}" presName="bgRect" presStyleLbl="bgShp" presStyleIdx="7" presStyleCnt="8"/>
      <dgm:spPr/>
    </dgm:pt>
    <dgm:pt modelId="{DBCA1D36-5335-4756-8D1C-DD05F27A0148}" type="pres">
      <dgm:prSet presAssocID="{7F7E7A9A-C517-4208-BC98-7793866506E8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101D1A76-1304-4F38-9AC0-31725AC203E2}" type="pres">
      <dgm:prSet presAssocID="{7F7E7A9A-C517-4208-BC98-7793866506E8}" presName="spaceRect" presStyleCnt="0"/>
      <dgm:spPr/>
    </dgm:pt>
    <dgm:pt modelId="{BDADB725-01F1-4D4F-92B9-BDCAF086AE75}" type="pres">
      <dgm:prSet presAssocID="{7F7E7A9A-C517-4208-BC98-7793866506E8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E940E704-3276-4062-ABEB-E6E3C259967E}" srcId="{3A0B282B-37FF-404E-BF0F-8405E0D17D9E}" destId="{E1A8524B-420E-4EF0-81E3-B0BC1F68EA3E}" srcOrd="5" destOrd="0" parTransId="{8BCADC79-9D84-402F-A965-789FBC698BE8}" sibTransId="{01C9942D-925E-473B-8685-5D21114D10A0}"/>
    <dgm:cxn modelId="{F57CC909-E230-45CB-BA50-D22674DDBB2D}" srcId="{3A0B282B-37FF-404E-BF0F-8405E0D17D9E}" destId="{C36905BA-1F3D-46F2-94FA-5CE5422507FE}" srcOrd="1" destOrd="0" parTransId="{FE9A0196-6466-4ADD-A0F5-75F99890CFDD}" sibTransId="{8965BADD-10D2-4B53-8513-3D28606DEF79}"/>
    <dgm:cxn modelId="{DB84150B-2C1D-46A3-8497-D89756B18A8B}" type="presOf" srcId="{E1A8524B-420E-4EF0-81E3-B0BC1F68EA3E}" destId="{30EFCA86-4399-4FFC-866B-A98476596F91}" srcOrd="0" destOrd="0" presId="urn:microsoft.com/office/officeart/2018/2/layout/IconVerticalSolidList"/>
    <dgm:cxn modelId="{AE1DD50B-E29F-43BF-AA5A-B27DA333C175}" srcId="{3A0B282B-37FF-404E-BF0F-8405E0D17D9E}" destId="{34C94DB0-8DF8-4795-9A10-C5DF4179EA93}" srcOrd="3" destOrd="0" parTransId="{99AC9F22-8410-4D7A-9788-89DE1A6882B1}" sibTransId="{12D0DE39-6D35-4E68-B0AD-5F7FBE71DCFE}"/>
    <dgm:cxn modelId="{30982916-0F0F-45BF-99FB-994174D1C2D2}" srcId="{3A0B282B-37FF-404E-BF0F-8405E0D17D9E}" destId="{94130B53-180B-4A54-B5DF-590611CBC0B9}" srcOrd="2" destOrd="0" parTransId="{C00E4A14-B128-4266-A683-29E9A96C9BF2}" sibTransId="{0D459B09-D7DD-4CAB-81AD-FD3375FE7C6A}"/>
    <dgm:cxn modelId="{D5C0A728-9D7D-41E8-80A9-63E950616A1E}" type="presOf" srcId="{7F7E7A9A-C517-4208-BC98-7793866506E8}" destId="{BDADB725-01F1-4D4F-92B9-BDCAF086AE75}" srcOrd="0" destOrd="0" presId="urn:microsoft.com/office/officeart/2018/2/layout/IconVerticalSolidList"/>
    <dgm:cxn modelId="{0E20432C-6E08-47BF-964C-89F4BF0370E4}" type="presOf" srcId="{3A0B282B-37FF-404E-BF0F-8405E0D17D9E}" destId="{DE7F2CF1-03AA-4AF1-96FC-745DC5488D24}" srcOrd="0" destOrd="0" presId="urn:microsoft.com/office/officeart/2018/2/layout/IconVerticalSolidList"/>
    <dgm:cxn modelId="{F0A72639-770B-491C-9F22-A9EB2FC3661D}" srcId="{3A0B282B-37FF-404E-BF0F-8405E0D17D9E}" destId="{821EAB63-9FBF-4961-A123-135EB6869D4B}" srcOrd="4" destOrd="0" parTransId="{9D95847D-3CFF-463D-81CD-20F6C44ACC05}" sibTransId="{7665CFB4-6FA8-485C-8EF5-F274574A230F}"/>
    <dgm:cxn modelId="{46728F5C-C467-428C-9FF0-AA16070E0C97}" srcId="{3A0B282B-37FF-404E-BF0F-8405E0D17D9E}" destId="{7F7E7A9A-C517-4208-BC98-7793866506E8}" srcOrd="7" destOrd="0" parTransId="{49F66E64-CF96-4EEE-B9A0-8A58E890979E}" sibTransId="{13BD91BC-2085-4DB1-90A5-8AD3C3295C56}"/>
    <dgm:cxn modelId="{4F49549A-39A2-4DEF-97C0-01B4A4B1F478}" srcId="{3A0B282B-37FF-404E-BF0F-8405E0D17D9E}" destId="{D2527F1E-12F0-402D-B1E2-93DB8B0BF83B}" srcOrd="0" destOrd="0" parTransId="{D1B40FCD-1590-4FE1-B7CB-A2068B6EEFF3}" sibTransId="{7DEEDC7B-3C8F-42A5-8908-85A66CFB4D44}"/>
    <dgm:cxn modelId="{793C76A5-5DD7-4291-BF1D-418F1F393AB0}" type="presOf" srcId="{D2527F1E-12F0-402D-B1E2-93DB8B0BF83B}" destId="{07D22D5F-95A6-471B-8A41-D122EB239570}" srcOrd="0" destOrd="0" presId="urn:microsoft.com/office/officeart/2018/2/layout/IconVerticalSolidList"/>
    <dgm:cxn modelId="{3E7BFABE-107E-4FC3-8F90-B8237DA2556A}" type="presOf" srcId="{34C94DB0-8DF8-4795-9A10-C5DF4179EA93}" destId="{1FF5BE13-EB21-4BAA-894D-ABA943319CC4}" srcOrd="0" destOrd="0" presId="urn:microsoft.com/office/officeart/2018/2/layout/IconVerticalSolidList"/>
    <dgm:cxn modelId="{55A86FC3-101E-4763-BFA0-23AB7FF1E1BA}" srcId="{3A0B282B-37FF-404E-BF0F-8405E0D17D9E}" destId="{CA182286-BBA4-4781-8A34-FC18E2C34D8E}" srcOrd="6" destOrd="0" parTransId="{52050609-5995-46C2-A6E5-F09CD5AE75CE}" sibTransId="{DBB5E9D4-F337-44DA-A778-8335C010C379}"/>
    <dgm:cxn modelId="{3A8ACDD2-A1E0-4CB9-B48E-61EC7431C288}" type="presOf" srcId="{94130B53-180B-4A54-B5DF-590611CBC0B9}" destId="{D06A1490-5FE0-4E61-A9E5-AD345EC56B8A}" srcOrd="0" destOrd="0" presId="urn:microsoft.com/office/officeart/2018/2/layout/IconVerticalSolidList"/>
    <dgm:cxn modelId="{05AD11DC-790F-468F-8DA7-55AA3E8DAB7F}" type="presOf" srcId="{C36905BA-1F3D-46F2-94FA-5CE5422507FE}" destId="{1BADD3C3-E5FC-41B9-B1D3-C3D5A2B0EBB8}" srcOrd="0" destOrd="0" presId="urn:microsoft.com/office/officeart/2018/2/layout/IconVerticalSolidList"/>
    <dgm:cxn modelId="{A2E8EFDE-A9D7-4063-8C1E-CEE7B7B6143C}" type="presOf" srcId="{CA182286-BBA4-4781-8A34-FC18E2C34D8E}" destId="{DA820206-8CFD-45E2-8A9A-D0B3977C1F41}" srcOrd="0" destOrd="0" presId="urn:microsoft.com/office/officeart/2018/2/layout/IconVerticalSolidList"/>
    <dgm:cxn modelId="{5D35BEF0-1DAB-44BE-ACF6-08DE221E9AAF}" type="presOf" srcId="{821EAB63-9FBF-4961-A123-135EB6869D4B}" destId="{63E47B93-ECC7-42A9-9FF5-AD6D9B663EA2}" srcOrd="0" destOrd="0" presId="urn:microsoft.com/office/officeart/2018/2/layout/IconVerticalSolidList"/>
    <dgm:cxn modelId="{89B7DE65-DC59-4265-A750-F1A84FC83D6F}" type="presParOf" srcId="{DE7F2CF1-03AA-4AF1-96FC-745DC5488D24}" destId="{753B5E44-20B8-4B14-92C9-404BD2020BDA}" srcOrd="0" destOrd="0" presId="urn:microsoft.com/office/officeart/2018/2/layout/IconVerticalSolidList"/>
    <dgm:cxn modelId="{C403453A-EDF1-46D6-89C4-ED96C0C8C0BD}" type="presParOf" srcId="{753B5E44-20B8-4B14-92C9-404BD2020BDA}" destId="{E28E1087-7E1D-4C71-8ECA-8851E77F4907}" srcOrd="0" destOrd="0" presId="urn:microsoft.com/office/officeart/2018/2/layout/IconVerticalSolidList"/>
    <dgm:cxn modelId="{09A633D8-746C-459F-A35E-01605D6ACCAD}" type="presParOf" srcId="{753B5E44-20B8-4B14-92C9-404BD2020BDA}" destId="{499C49B4-7469-4870-933C-5CA6A490C80F}" srcOrd="1" destOrd="0" presId="urn:microsoft.com/office/officeart/2018/2/layout/IconVerticalSolidList"/>
    <dgm:cxn modelId="{6C59AB8E-3949-4D75-B15D-6C0346EBFE82}" type="presParOf" srcId="{753B5E44-20B8-4B14-92C9-404BD2020BDA}" destId="{6571A7A9-7CD2-490B-BB48-C2F831D4075C}" srcOrd="2" destOrd="0" presId="urn:microsoft.com/office/officeart/2018/2/layout/IconVerticalSolidList"/>
    <dgm:cxn modelId="{4316CF53-87B9-4B67-98FF-B7750FC61982}" type="presParOf" srcId="{753B5E44-20B8-4B14-92C9-404BD2020BDA}" destId="{07D22D5F-95A6-471B-8A41-D122EB239570}" srcOrd="3" destOrd="0" presId="urn:microsoft.com/office/officeart/2018/2/layout/IconVerticalSolidList"/>
    <dgm:cxn modelId="{8802C0CF-CE1C-4591-B710-A6C818D4E1E3}" type="presParOf" srcId="{DE7F2CF1-03AA-4AF1-96FC-745DC5488D24}" destId="{B0F96EA7-CF42-4811-B87A-0432BAA11B7F}" srcOrd="1" destOrd="0" presId="urn:microsoft.com/office/officeart/2018/2/layout/IconVerticalSolidList"/>
    <dgm:cxn modelId="{BEECE9D7-991B-456B-B630-06C8E4347783}" type="presParOf" srcId="{DE7F2CF1-03AA-4AF1-96FC-745DC5488D24}" destId="{6392FEB7-D559-4FFA-AC4A-0004C9EF7F63}" srcOrd="2" destOrd="0" presId="urn:microsoft.com/office/officeart/2018/2/layout/IconVerticalSolidList"/>
    <dgm:cxn modelId="{69B41AFE-17DD-4AD8-8DD0-71E5C374933F}" type="presParOf" srcId="{6392FEB7-D559-4FFA-AC4A-0004C9EF7F63}" destId="{44329DEF-B586-40B3-9867-4F327C914DB4}" srcOrd="0" destOrd="0" presId="urn:microsoft.com/office/officeart/2018/2/layout/IconVerticalSolidList"/>
    <dgm:cxn modelId="{5E896DF8-D8BD-47BA-872B-E2839D5343E4}" type="presParOf" srcId="{6392FEB7-D559-4FFA-AC4A-0004C9EF7F63}" destId="{889C59B3-16E2-4AB8-BC5E-3ECB734F7EE3}" srcOrd="1" destOrd="0" presId="urn:microsoft.com/office/officeart/2018/2/layout/IconVerticalSolidList"/>
    <dgm:cxn modelId="{052AD42E-5A55-4651-AF3D-C5D7EFB22840}" type="presParOf" srcId="{6392FEB7-D559-4FFA-AC4A-0004C9EF7F63}" destId="{61798F53-A7E5-4041-848E-15DEF82E9FC0}" srcOrd="2" destOrd="0" presId="urn:microsoft.com/office/officeart/2018/2/layout/IconVerticalSolidList"/>
    <dgm:cxn modelId="{81B6B15E-2050-4E66-958E-549A2A287655}" type="presParOf" srcId="{6392FEB7-D559-4FFA-AC4A-0004C9EF7F63}" destId="{1BADD3C3-E5FC-41B9-B1D3-C3D5A2B0EBB8}" srcOrd="3" destOrd="0" presId="urn:microsoft.com/office/officeart/2018/2/layout/IconVerticalSolidList"/>
    <dgm:cxn modelId="{24B536A7-31F5-4647-A37B-A220F3F30BE6}" type="presParOf" srcId="{DE7F2CF1-03AA-4AF1-96FC-745DC5488D24}" destId="{B8A1E970-95AD-40B4-9B48-3FF9EF189BC3}" srcOrd="3" destOrd="0" presId="urn:microsoft.com/office/officeart/2018/2/layout/IconVerticalSolidList"/>
    <dgm:cxn modelId="{3B59C674-FB1A-4CA9-86EC-CF4D623B6B43}" type="presParOf" srcId="{DE7F2CF1-03AA-4AF1-96FC-745DC5488D24}" destId="{8CA20346-374E-42DE-95E5-0F2F5FDF4BE0}" srcOrd="4" destOrd="0" presId="urn:microsoft.com/office/officeart/2018/2/layout/IconVerticalSolidList"/>
    <dgm:cxn modelId="{32A01ABD-437B-4CFB-8B55-0218495ABB50}" type="presParOf" srcId="{8CA20346-374E-42DE-95E5-0F2F5FDF4BE0}" destId="{45521CF3-8F30-4720-87B8-769478A10F8B}" srcOrd="0" destOrd="0" presId="urn:microsoft.com/office/officeart/2018/2/layout/IconVerticalSolidList"/>
    <dgm:cxn modelId="{EDA0D739-53F1-4E32-A6F6-0908CC57D0A2}" type="presParOf" srcId="{8CA20346-374E-42DE-95E5-0F2F5FDF4BE0}" destId="{6BCE220D-C5F7-4B72-960F-25449C60C23E}" srcOrd="1" destOrd="0" presId="urn:microsoft.com/office/officeart/2018/2/layout/IconVerticalSolidList"/>
    <dgm:cxn modelId="{BEB0D605-CF07-4E81-975B-60E85D08EE4A}" type="presParOf" srcId="{8CA20346-374E-42DE-95E5-0F2F5FDF4BE0}" destId="{66E32938-8851-4E8C-92E9-EBFDD935057B}" srcOrd="2" destOrd="0" presId="urn:microsoft.com/office/officeart/2018/2/layout/IconVerticalSolidList"/>
    <dgm:cxn modelId="{1A19AEE4-AEE8-4728-8841-8C306F043091}" type="presParOf" srcId="{8CA20346-374E-42DE-95E5-0F2F5FDF4BE0}" destId="{D06A1490-5FE0-4E61-A9E5-AD345EC56B8A}" srcOrd="3" destOrd="0" presId="urn:microsoft.com/office/officeart/2018/2/layout/IconVerticalSolidList"/>
    <dgm:cxn modelId="{A2B24211-28B8-465B-9D62-8925F58DE03F}" type="presParOf" srcId="{DE7F2CF1-03AA-4AF1-96FC-745DC5488D24}" destId="{71C38074-241B-478C-8FED-4052895D1B40}" srcOrd="5" destOrd="0" presId="urn:microsoft.com/office/officeart/2018/2/layout/IconVerticalSolidList"/>
    <dgm:cxn modelId="{F095C1EF-7468-4AAA-A7A0-E7817414491D}" type="presParOf" srcId="{DE7F2CF1-03AA-4AF1-96FC-745DC5488D24}" destId="{319FDD37-DDC1-422F-852D-7DD034E1E8EA}" srcOrd="6" destOrd="0" presId="urn:microsoft.com/office/officeart/2018/2/layout/IconVerticalSolidList"/>
    <dgm:cxn modelId="{84E45CF7-DCD6-4657-A1E1-F11403150330}" type="presParOf" srcId="{319FDD37-DDC1-422F-852D-7DD034E1E8EA}" destId="{F729BA83-E06C-446A-88E5-D685BAA77BEF}" srcOrd="0" destOrd="0" presId="urn:microsoft.com/office/officeart/2018/2/layout/IconVerticalSolidList"/>
    <dgm:cxn modelId="{CA9817BA-A106-4C8A-88DA-60B54027B184}" type="presParOf" srcId="{319FDD37-DDC1-422F-852D-7DD034E1E8EA}" destId="{63AE394B-5441-4F0D-B782-07E5FCB11089}" srcOrd="1" destOrd="0" presId="urn:microsoft.com/office/officeart/2018/2/layout/IconVerticalSolidList"/>
    <dgm:cxn modelId="{BD9164D5-4F52-40E3-8893-B7078CF252F0}" type="presParOf" srcId="{319FDD37-DDC1-422F-852D-7DD034E1E8EA}" destId="{18563B7A-6239-40E3-B468-1987FCEB8E45}" srcOrd="2" destOrd="0" presId="urn:microsoft.com/office/officeart/2018/2/layout/IconVerticalSolidList"/>
    <dgm:cxn modelId="{F40E73AA-DC0C-4B40-962A-2615325C807B}" type="presParOf" srcId="{319FDD37-DDC1-422F-852D-7DD034E1E8EA}" destId="{1FF5BE13-EB21-4BAA-894D-ABA943319CC4}" srcOrd="3" destOrd="0" presId="urn:microsoft.com/office/officeart/2018/2/layout/IconVerticalSolidList"/>
    <dgm:cxn modelId="{4D7869D8-DF54-4752-B246-EA62CF2D21CE}" type="presParOf" srcId="{DE7F2CF1-03AA-4AF1-96FC-745DC5488D24}" destId="{3851604C-8598-4C4F-A322-0865892C65F2}" srcOrd="7" destOrd="0" presId="urn:microsoft.com/office/officeart/2018/2/layout/IconVerticalSolidList"/>
    <dgm:cxn modelId="{5597E9E0-C976-4717-BD85-D7488508A96C}" type="presParOf" srcId="{DE7F2CF1-03AA-4AF1-96FC-745DC5488D24}" destId="{12D0E9F2-2B48-440D-9C3F-4956935BFAD6}" srcOrd="8" destOrd="0" presId="urn:microsoft.com/office/officeart/2018/2/layout/IconVerticalSolidList"/>
    <dgm:cxn modelId="{4BD11BB8-5D3A-42C6-95D0-27B2B2F3E2F1}" type="presParOf" srcId="{12D0E9F2-2B48-440D-9C3F-4956935BFAD6}" destId="{3FF03539-FA07-4540-9507-652C8CD1D519}" srcOrd="0" destOrd="0" presId="urn:microsoft.com/office/officeart/2018/2/layout/IconVerticalSolidList"/>
    <dgm:cxn modelId="{1CFC8F66-33FD-4536-9D92-FDC13AF8553F}" type="presParOf" srcId="{12D0E9F2-2B48-440D-9C3F-4956935BFAD6}" destId="{B1DAF17F-647C-4FCF-B5B2-B2DDD05BB7BF}" srcOrd="1" destOrd="0" presId="urn:microsoft.com/office/officeart/2018/2/layout/IconVerticalSolidList"/>
    <dgm:cxn modelId="{2077D96B-CBAA-4665-8178-97F26B18BFA3}" type="presParOf" srcId="{12D0E9F2-2B48-440D-9C3F-4956935BFAD6}" destId="{2F62310D-8388-40A7-B2DF-11D845AB1242}" srcOrd="2" destOrd="0" presId="urn:microsoft.com/office/officeart/2018/2/layout/IconVerticalSolidList"/>
    <dgm:cxn modelId="{35777744-2BDC-4C5E-9BB2-51A14A4939DB}" type="presParOf" srcId="{12D0E9F2-2B48-440D-9C3F-4956935BFAD6}" destId="{63E47B93-ECC7-42A9-9FF5-AD6D9B663EA2}" srcOrd="3" destOrd="0" presId="urn:microsoft.com/office/officeart/2018/2/layout/IconVerticalSolidList"/>
    <dgm:cxn modelId="{5B26D63D-0B75-4141-96B8-A71CA96D0612}" type="presParOf" srcId="{DE7F2CF1-03AA-4AF1-96FC-745DC5488D24}" destId="{B390A479-E9E1-41D9-B133-6AD36E6C1C72}" srcOrd="9" destOrd="0" presId="urn:microsoft.com/office/officeart/2018/2/layout/IconVerticalSolidList"/>
    <dgm:cxn modelId="{18EB8795-F360-4653-983A-593AD5F3B997}" type="presParOf" srcId="{DE7F2CF1-03AA-4AF1-96FC-745DC5488D24}" destId="{999A7AFE-9787-4C72-947B-0EE4DDA3C001}" srcOrd="10" destOrd="0" presId="urn:microsoft.com/office/officeart/2018/2/layout/IconVerticalSolidList"/>
    <dgm:cxn modelId="{872DC9B7-6289-4257-B402-11E09693058A}" type="presParOf" srcId="{999A7AFE-9787-4C72-947B-0EE4DDA3C001}" destId="{D6D1C8B7-948D-4188-B494-222147EA5494}" srcOrd="0" destOrd="0" presId="urn:microsoft.com/office/officeart/2018/2/layout/IconVerticalSolidList"/>
    <dgm:cxn modelId="{078B8291-9535-446D-AC0C-0F6D5C9F1405}" type="presParOf" srcId="{999A7AFE-9787-4C72-947B-0EE4DDA3C001}" destId="{9AF90FED-7DB6-4FC8-AD82-8D44198EABF0}" srcOrd="1" destOrd="0" presId="urn:microsoft.com/office/officeart/2018/2/layout/IconVerticalSolidList"/>
    <dgm:cxn modelId="{E0314977-B742-41AA-A05D-498ECCEF2040}" type="presParOf" srcId="{999A7AFE-9787-4C72-947B-0EE4DDA3C001}" destId="{11E7F212-DB05-4C8B-98C3-DED2D8886B2E}" srcOrd="2" destOrd="0" presId="urn:microsoft.com/office/officeart/2018/2/layout/IconVerticalSolidList"/>
    <dgm:cxn modelId="{946EAB6F-9B1A-4E1A-9DA0-1F2818465D6B}" type="presParOf" srcId="{999A7AFE-9787-4C72-947B-0EE4DDA3C001}" destId="{30EFCA86-4399-4FFC-866B-A98476596F91}" srcOrd="3" destOrd="0" presId="urn:microsoft.com/office/officeart/2018/2/layout/IconVerticalSolidList"/>
    <dgm:cxn modelId="{A25DB580-33EA-4324-915F-88626C065D64}" type="presParOf" srcId="{DE7F2CF1-03AA-4AF1-96FC-745DC5488D24}" destId="{65FE44C5-CBC7-4EAB-94D9-6E0A3ACA426C}" srcOrd="11" destOrd="0" presId="urn:microsoft.com/office/officeart/2018/2/layout/IconVerticalSolidList"/>
    <dgm:cxn modelId="{65BA5BB2-E057-4A02-B7EE-083B12FF2DB0}" type="presParOf" srcId="{DE7F2CF1-03AA-4AF1-96FC-745DC5488D24}" destId="{BB3CA5C4-B2A9-4716-B7F3-2BDCABE68574}" srcOrd="12" destOrd="0" presId="urn:microsoft.com/office/officeart/2018/2/layout/IconVerticalSolidList"/>
    <dgm:cxn modelId="{4081F148-A6EB-4B0F-BAE6-0929E18260FE}" type="presParOf" srcId="{BB3CA5C4-B2A9-4716-B7F3-2BDCABE68574}" destId="{B23F137B-0034-48C3-A86A-043E31507898}" srcOrd="0" destOrd="0" presId="urn:microsoft.com/office/officeart/2018/2/layout/IconVerticalSolidList"/>
    <dgm:cxn modelId="{9DBFEB3C-A3A5-4F27-8E7C-A93FF55C1F1D}" type="presParOf" srcId="{BB3CA5C4-B2A9-4716-B7F3-2BDCABE68574}" destId="{0AEE5AC4-9906-461E-831D-4A7518817ECE}" srcOrd="1" destOrd="0" presId="urn:microsoft.com/office/officeart/2018/2/layout/IconVerticalSolidList"/>
    <dgm:cxn modelId="{3E749419-1960-4193-A76B-2EA3B30C5A83}" type="presParOf" srcId="{BB3CA5C4-B2A9-4716-B7F3-2BDCABE68574}" destId="{95F5C13D-B59B-4AE7-8043-9E158A29A4A1}" srcOrd="2" destOrd="0" presId="urn:microsoft.com/office/officeart/2018/2/layout/IconVerticalSolidList"/>
    <dgm:cxn modelId="{D81E7AF0-7C54-4E0D-ABD1-E42948A3DC01}" type="presParOf" srcId="{BB3CA5C4-B2A9-4716-B7F3-2BDCABE68574}" destId="{DA820206-8CFD-45E2-8A9A-D0B3977C1F41}" srcOrd="3" destOrd="0" presId="urn:microsoft.com/office/officeart/2018/2/layout/IconVerticalSolidList"/>
    <dgm:cxn modelId="{A0646768-A6CC-49CE-B95D-75EC4D36F196}" type="presParOf" srcId="{DE7F2CF1-03AA-4AF1-96FC-745DC5488D24}" destId="{16E0B1AE-B097-4E6A-86A5-40831DB5FC81}" srcOrd="13" destOrd="0" presId="urn:microsoft.com/office/officeart/2018/2/layout/IconVerticalSolidList"/>
    <dgm:cxn modelId="{46C12C3C-B7C3-4C99-A06E-EF1565EDF6AF}" type="presParOf" srcId="{DE7F2CF1-03AA-4AF1-96FC-745DC5488D24}" destId="{4410E330-897F-4FFF-B5DC-5C910B2AFC80}" srcOrd="14" destOrd="0" presId="urn:microsoft.com/office/officeart/2018/2/layout/IconVerticalSolidList"/>
    <dgm:cxn modelId="{6E20BD14-3737-4F26-B07E-C80059F8DB69}" type="presParOf" srcId="{4410E330-897F-4FFF-B5DC-5C910B2AFC80}" destId="{58296383-529D-4CD5-B98B-8BA6495DEE60}" srcOrd="0" destOrd="0" presId="urn:microsoft.com/office/officeart/2018/2/layout/IconVerticalSolidList"/>
    <dgm:cxn modelId="{EE22AAB4-4E8A-4829-88A4-A919EF50C956}" type="presParOf" srcId="{4410E330-897F-4FFF-B5DC-5C910B2AFC80}" destId="{DBCA1D36-5335-4756-8D1C-DD05F27A0148}" srcOrd="1" destOrd="0" presId="urn:microsoft.com/office/officeart/2018/2/layout/IconVerticalSolidList"/>
    <dgm:cxn modelId="{E84136D2-8516-4A06-9FEE-72C1BCF2D85B}" type="presParOf" srcId="{4410E330-897F-4FFF-B5DC-5C910B2AFC80}" destId="{101D1A76-1304-4F38-9AC0-31725AC203E2}" srcOrd="2" destOrd="0" presId="urn:microsoft.com/office/officeart/2018/2/layout/IconVerticalSolidList"/>
    <dgm:cxn modelId="{50926A87-2E8C-429B-A17D-72F5CA8D956B}" type="presParOf" srcId="{4410E330-897F-4FFF-B5DC-5C910B2AFC80}" destId="{BDADB725-01F1-4D4F-92B9-BDCAF086AE7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A838287-7C17-4D81-A8A9-9A0285DAA827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3C67AF53-FC63-43DF-943B-7EB24AC7DC79}">
      <dgm:prSet phldrT="[Text]"/>
      <dgm:spPr/>
      <dgm:t>
        <a:bodyPr/>
        <a:lstStyle/>
        <a:p>
          <a:r>
            <a:rPr lang="pt-PT" dirty="0" err="1"/>
            <a:t>Python</a:t>
          </a:r>
          <a:endParaRPr lang="pt-PT" dirty="0"/>
        </a:p>
      </dgm:t>
    </dgm:pt>
    <dgm:pt modelId="{C87B8105-ACBF-4E16-8CD0-E3B994A8AB3D}" type="parTrans" cxnId="{5E334DFD-42C4-440D-B5D0-1E326961B536}">
      <dgm:prSet/>
      <dgm:spPr/>
      <dgm:t>
        <a:bodyPr/>
        <a:lstStyle/>
        <a:p>
          <a:endParaRPr lang="pt-PT"/>
        </a:p>
      </dgm:t>
    </dgm:pt>
    <dgm:pt modelId="{17B4F3CE-276C-4D04-BB80-A9B15EB3EF2F}" type="sibTrans" cxnId="{5E334DFD-42C4-440D-B5D0-1E326961B536}">
      <dgm:prSet/>
      <dgm:spPr/>
      <dgm:t>
        <a:bodyPr/>
        <a:lstStyle/>
        <a:p>
          <a:endParaRPr lang="pt-PT"/>
        </a:p>
      </dgm:t>
    </dgm:pt>
    <dgm:pt modelId="{22B44DA8-8A6C-4049-9D92-745780904190}">
      <dgm:prSet phldrT="[Text]"/>
      <dgm:spPr/>
      <dgm:t>
        <a:bodyPr/>
        <a:lstStyle/>
        <a:p>
          <a:r>
            <a:rPr lang="pt-PT" dirty="0" err="1"/>
            <a:t>DataFrames</a:t>
          </a:r>
          <a:endParaRPr lang="pt-PT" dirty="0"/>
        </a:p>
      </dgm:t>
    </dgm:pt>
    <dgm:pt modelId="{9E5E53B1-E2D0-4A88-A5BE-14AB7C9DCBCD}" type="parTrans" cxnId="{D0A6B975-8F4E-42AE-A597-28425731367C}">
      <dgm:prSet/>
      <dgm:spPr/>
      <dgm:t>
        <a:bodyPr/>
        <a:lstStyle/>
        <a:p>
          <a:endParaRPr lang="pt-PT"/>
        </a:p>
      </dgm:t>
    </dgm:pt>
    <dgm:pt modelId="{8657F5D8-2EFD-4C62-AE38-AD9035178D8B}" type="sibTrans" cxnId="{D0A6B975-8F4E-42AE-A597-28425731367C}">
      <dgm:prSet/>
      <dgm:spPr/>
      <dgm:t>
        <a:bodyPr/>
        <a:lstStyle/>
        <a:p>
          <a:endParaRPr lang="pt-PT"/>
        </a:p>
      </dgm:t>
    </dgm:pt>
    <dgm:pt modelId="{FC920B5E-CF14-40F6-B70B-CB8B88DD5D30}">
      <dgm:prSet phldrT="[Text]"/>
      <dgm:spPr/>
      <dgm:t>
        <a:bodyPr/>
        <a:lstStyle/>
        <a:p>
          <a:r>
            <a:rPr lang="pt-PT" dirty="0"/>
            <a:t>SQL</a:t>
          </a:r>
        </a:p>
      </dgm:t>
    </dgm:pt>
    <dgm:pt modelId="{DB3BADFC-0A6C-408E-83E0-3D1CA61AC9D4}" type="parTrans" cxnId="{9048149E-0DB2-4BB8-8554-6D4F48D78CE4}">
      <dgm:prSet/>
      <dgm:spPr/>
      <dgm:t>
        <a:bodyPr/>
        <a:lstStyle/>
        <a:p>
          <a:endParaRPr lang="pt-PT"/>
        </a:p>
      </dgm:t>
    </dgm:pt>
    <dgm:pt modelId="{BB41C43D-5621-4A0E-8F70-41C558120444}" type="sibTrans" cxnId="{9048149E-0DB2-4BB8-8554-6D4F48D78CE4}">
      <dgm:prSet/>
      <dgm:spPr/>
      <dgm:t>
        <a:bodyPr/>
        <a:lstStyle/>
        <a:p>
          <a:endParaRPr lang="pt-PT"/>
        </a:p>
      </dgm:t>
    </dgm:pt>
    <dgm:pt modelId="{E3D82B34-C255-4E7F-9794-95F1C1C55873}">
      <dgm:prSet/>
      <dgm:spPr/>
      <dgm:t>
        <a:bodyPr/>
        <a:lstStyle/>
        <a:p>
          <a:r>
            <a:rPr lang="pt-PT" dirty="0" err="1"/>
            <a:t>PowerBI</a:t>
          </a:r>
          <a:endParaRPr lang="pt-PT" dirty="0"/>
        </a:p>
      </dgm:t>
    </dgm:pt>
    <dgm:pt modelId="{BA186F4C-C73D-4902-9F56-3A76B0A33490}" type="parTrans" cxnId="{0D9541E8-5E9A-44BA-B524-D8538757A269}">
      <dgm:prSet/>
      <dgm:spPr/>
      <dgm:t>
        <a:bodyPr/>
        <a:lstStyle/>
        <a:p>
          <a:endParaRPr lang="pt-PT"/>
        </a:p>
      </dgm:t>
    </dgm:pt>
    <dgm:pt modelId="{2253EF08-C06B-411E-AC5B-298FA5746EA9}" type="sibTrans" cxnId="{0D9541E8-5E9A-44BA-B524-D8538757A269}">
      <dgm:prSet/>
      <dgm:spPr/>
      <dgm:t>
        <a:bodyPr/>
        <a:lstStyle/>
        <a:p>
          <a:endParaRPr lang="pt-PT"/>
        </a:p>
      </dgm:t>
    </dgm:pt>
    <dgm:pt modelId="{572D7641-D733-43E4-BE9C-D61765F35CED}" type="pres">
      <dgm:prSet presAssocID="{4A838287-7C17-4D81-A8A9-9A0285DAA827}" presName="Name0" presStyleCnt="0">
        <dgm:presLayoutVars>
          <dgm:dir/>
          <dgm:resizeHandles val="exact"/>
        </dgm:presLayoutVars>
      </dgm:prSet>
      <dgm:spPr/>
    </dgm:pt>
    <dgm:pt modelId="{335F5FE9-A6E4-4DF7-BD1E-57A1C7E78DBB}" type="pres">
      <dgm:prSet presAssocID="{3C67AF53-FC63-43DF-943B-7EB24AC7DC79}" presName="node" presStyleLbl="node1" presStyleIdx="0" presStyleCnt="4">
        <dgm:presLayoutVars>
          <dgm:bulletEnabled val="1"/>
        </dgm:presLayoutVars>
      </dgm:prSet>
      <dgm:spPr/>
    </dgm:pt>
    <dgm:pt modelId="{B4E53F18-6A6F-424B-9D32-59DEE79F53D0}" type="pres">
      <dgm:prSet presAssocID="{17B4F3CE-276C-4D04-BB80-A9B15EB3EF2F}" presName="sibTrans" presStyleLbl="sibTrans2D1" presStyleIdx="0" presStyleCnt="3"/>
      <dgm:spPr/>
    </dgm:pt>
    <dgm:pt modelId="{C9F59E93-1F66-4EE9-BB88-CE2873308F6F}" type="pres">
      <dgm:prSet presAssocID="{17B4F3CE-276C-4D04-BB80-A9B15EB3EF2F}" presName="connectorText" presStyleLbl="sibTrans2D1" presStyleIdx="0" presStyleCnt="3"/>
      <dgm:spPr/>
    </dgm:pt>
    <dgm:pt modelId="{350EC13C-9588-404C-A597-6D34577AA0A0}" type="pres">
      <dgm:prSet presAssocID="{22B44DA8-8A6C-4049-9D92-745780904190}" presName="node" presStyleLbl="node1" presStyleIdx="1" presStyleCnt="4">
        <dgm:presLayoutVars>
          <dgm:bulletEnabled val="1"/>
        </dgm:presLayoutVars>
      </dgm:prSet>
      <dgm:spPr/>
    </dgm:pt>
    <dgm:pt modelId="{637B15DF-1BB0-4C53-8EA2-B1F111EF01B9}" type="pres">
      <dgm:prSet presAssocID="{8657F5D8-2EFD-4C62-AE38-AD9035178D8B}" presName="sibTrans" presStyleLbl="sibTrans2D1" presStyleIdx="1" presStyleCnt="3"/>
      <dgm:spPr/>
    </dgm:pt>
    <dgm:pt modelId="{5F341833-C5B8-48B5-8CCA-CA61D8EBB45B}" type="pres">
      <dgm:prSet presAssocID="{8657F5D8-2EFD-4C62-AE38-AD9035178D8B}" presName="connectorText" presStyleLbl="sibTrans2D1" presStyleIdx="1" presStyleCnt="3"/>
      <dgm:spPr/>
    </dgm:pt>
    <dgm:pt modelId="{79E37D2C-45AF-4A88-9108-604BBDE6D41F}" type="pres">
      <dgm:prSet presAssocID="{FC920B5E-CF14-40F6-B70B-CB8B88DD5D30}" presName="node" presStyleLbl="node1" presStyleIdx="2" presStyleCnt="4">
        <dgm:presLayoutVars>
          <dgm:bulletEnabled val="1"/>
        </dgm:presLayoutVars>
      </dgm:prSet>
      <dgm:spPr/>
    </dgm:pt>
    <dgm:pt modelId="{BFFF3BA7-82FE-426A-BB70-E0D6451CF660}" type="pres">
      <dgm:prSet presAssocID="{BB41C43D-5621-4A0E-8F70-41C558120444}" presName="sibTrans" presStyleLbl="sibTrans2D1" presStyleIdx="2" presStyleCnt="3"/>
      <dgm:spPr/>
    </dgm:pt>
    <dgm:pt modelId="{23D8CDD5-FABB-4FAD-9348-D5D5A744E8B1}" type="pres">
      <dgm:prSet presAssocID="{BB41C43D-5621-4A0E-8F70-41C558120444}" presName="connectorText" presStyleLbl="sibTrans2D1" presStyleIdx="2" presStyleCnt="3"/>
      <dgm:spPr/>
    </dgm:pt>
    <dgm:pt modelId="{5C32962C-7E6D-420C-A62F-BF6BE5827798}" type="pres">
      <dgm:prSet presAssocID="{E3D82B34-C255-4E7F-9794-95F1C1C55873}" presName="node" presStyleLbl="node1" presStyleIdx="3" presStyleCnt="4">
        <dgm:presLayoutVars>
          <dgm:bulletEnabled val="1"/>
        </dgm:presLayoutVars>
      </dgm:prSet>
      <dgm:spPr/>
    </dgm:pt>
  </dgm:ptLst>
  <dgm:cxnLst>
    <dgm:cxn modelId="{041F990E-97B6-4E89-BF5E-E831EADC33A5}" type="presOf" srcId="{3C67AF53-FC63-43DF-943B-7EB24AC7DC79}" destId="{335F5FE9-A6E4-4DF7-BD1E-57A1C7E78DBB}" srcOrd="0" destOrd="0" presId="urn:microsoft.com/office/officeart/2005/8/layout/process1"/>
    <dgm:cxn modelId="{95939413-BC3E-4693-816A-2E31A57FE646}" type="presOf" srcId="{22B44DA8-8A6C-4049-9D92-745780904190}" destId="{350EC13C-9588-404C-A597-6D34577AA0A0}" srcOrd="0" destOrd="0" presId="urn:microsoft.com/office/officeart/2005/8/layout/process1"/>
    <dgm:cxn modelId="{A116AC45-2542-4D65-A87E-C27D7CC69EDB}" type="presOf" srcId="{8657F5D8-2EFD-4C62-AE38-AD9035178D8B}" destId="{637B15DF-1BB0-4C53-8EA2-B1F111EF01B9}" srcOrd="0" destOrd="0" presId="urn:microsoft.com/office/officeart/2005/8/layout/process1"/>
    <dgm:cxn modelId="{3CCE2E47-1A3E-4A23-A350-E96316DFE757}" type="presOf" srcId="{FC920B5E-CF14-40F6-B70B-CB8B88DD5D30}" destId="{79E37D2C-45AF-4A88-9108-604BBDE6D41F}" srcOrd="0" destOrd="0" presId="urn:microsoft.com/office/officeart/2005/8/layout/process1"/>
    <dgm:cxn modelId="{48311370-A972-4EEF-9FB8-008437C8F869}" type="presOf" srcId="{BB41C43D-5621-4A0E-8F70-41C558120444}" destId="{23D8CDD5-FABB-4FAD-9348-D5D5A744E8B1}" srcOrd="1" destOrd="0" presId="urn:microsoft.com/office/officeart/2005/8/layout/process1"/>
    <dgm:cxn modelId="{D0A6B975-8F4E-42AE-A597-28425731367C}" srcId="{4A838287-7C17-4D81-A8A9-9A0285DAA827}" destId="{22B44DA8-8A6C-4049-9D92-745780904190}" srcOrd="1" destOrd="0" parTransId="{9E5E53B1-E2D0-4A88-A5BE-14AB7C9DCBCD}" sibTransId="{8657F5D8-2EFD-4C62-AE38-AD9035178D8B}"/>
    <dgm:cxn modelId="{9048149E-0DB2-4BB8-8554-6D4F48D78CE4}" srcId="{4A838287-7C17-4D81-A8A9-9A0285DAA827}" destId="{FC920B5E-CF14-40F6-B70B-CB8B88DD5D30}" srcOrd="2" destOrd="0" parTransId="{DB3BADFC-0A6C-408E-83E0-3D1CA61AC9D4}" sibTransId="{BB41C43D-5621-4A0E-8F70-41C558120444}"/>
    <dgm:cxn modelId="{A810BAA4-9EA4-4652-8D0B-E93C341A76B3}" type="presOf" srcId="{8657F5D8-2EFD-4C62-AE38-AD9035178D8B}" destId="{5F341833-C5B8-48B5-8CCA-CA61D8EBB45B}" srcOrd="1" destOrd="0" presId="urn:microsoft.com/office/officeart/2005/8/layout/process1"/>
    <dgm:cxn modelId="{BF7F48D2-AC1E-410F-9D09-3FE6C82BE5BB}" type="presOf" srcId="{E3D82B34-C255-4E7F-9794-95F1C1C55873}" destId="{5C32962C-7E6D-420C-A62F-BF6BE5827798}" srcOrd="0" destOrd="0" presId="urn:microsoft.com/office/officeart/2005/8/layout/process1"/>
    <dgm:cxn modelId="{86DC38DB-27D0-40F6-AF0E-798C566F1213}" type="presOf" srcId="{4A838287-7C17-4D81-A8A9-9A0285DAA827}" destId="{572D7641-D733-43E4-BE9C-D61765F35CED}" srcOrd="0" destOrd="0" presId="urn:microsoft.com/office/officeart/2005/8/layout/process1"/>
    <dgm:cxn modelId="{0D9541E8-5E9A-44BA-B524-D8538757A269}" srcId="{4A838287-7C17-4D81-A8A9-9A0285DAA827}" destId="{E3D82B34-C255-4E7F-9794-95F1C1C55873}" srcOrd="3" destOrd="0" parTransId="{BA186F4C-C73D-4902-9F56-3A76B0A33490}" sibTransId="{2253EF08-C06B-411E-AC5B-298FA5746EA9}"/>
    <dgm:cxn modelId="{367A73EE-29A0-4500-88D4-3FAB46F09A8C}" type="presOf" srcId="{17B4F3CE-276C-4D04-BB80-A9B15EB3EF2F}" destId="{C9F59E93-1F66-4EE9-BB88-CE2873308F6F}" srcOrd="1" destOrd="0" presId="urn:microsoft.com/office/officeart/2005/8/layout/process1"/>
    <dgm:cxn modelId="{07C611F3-8015-4004-AF55-A5598C553DED}" type="presOf" srcId="{BB41C43D-5621-4A0E-8F70-41C558120444}" destId="{BFFF3BA7-82FE-426A-BB70-E0D6451CF660}" srcOrd="0" destOrd="0" presId="urn:microsoft.com/office/officeart/2005/8/layout/process1"/>
    <dgm:cxn modelId="{1B8312F6-5816-45DD-B8AF-A49CAB2B1DE0}" type="presOf" srcId="{17B4F3CE-276C-4D04-BB80-A9B15EB3EF2F}" destId="{B4E53F18-6A6F-424B-9D32-59DEE79F53D0}" srcOrd="0" destOrd="0" presId="urn:microsoft.com/office/officeart/2005/8/layout/process1"/>
    <dgm:cxn modelId="{5E334DFD-42C4-440D-B5D0-1E326961B536}" srcId="{4A838287-7C17-4D81-A8A9-9A0285DAA827}" destId="{3C67AF53-FC63-43DF-943B-7EB24AC7DC79}" srcOrd="0" destOrd="0" parTransId="{C87B8105-ACBF-4E16-8CD0-E3B994A8AB3D}" sibTransId="{17B4F3CE-276C-4D04-BB80-A9B15EB3EF2F}"/>
    <dgm:cxn modelId="{BD7A909F-F8E3-4BA5-8F51-94AD1B6C7287}" type="presParOf" srcId="{572D7641-D733-43E4-BE9C-D61765F35CED}" destId="{335F5FE9-A6E4-4DF7-BD1E-57A1C7E78DBB}" srcOrd="0" destOrd="0" presId="urn:microsoft.com/office/officeart/2005/8/layout/process1"/>
    <dgm:cxn modelId="{8B821B39-962C-40A2-8CA1-30882E9D9497}" type="presParOf" srcId="{572D7641-D733-43E4-BE9C-D61765F35CED}" destId="{B4E53F18-6A6F-424B-9D32-59DEE79F53D0}" srcOrd="1" destOrd="0" presId="urn:microsoft.com/office/officeart/2005/8/layout/process1"/>
    <dgm:cxn modelId="{43D4B7F7-857C-406A-B466-EB71885F8A08}" type="presParOf" srcId="{B4E53F18-6A6F-424B-9D32-59DEE79F53D0}" destId="{C9F59E93-1F66-4EE9-BB88-CE2873308F6F}" srcOrd="0" destOrd="0" presId="urn:microsoft.com/office/officeart/2005/8/layout/process1"/>
    <dgm:cxn modelId="{137EEC84-B573-4920-8101-1FF3F03A8545}" type="presParOf" srcId="{572D7641-D733-43E4-BE9C-D61765F35CED}" destId="{350EC13C-9588-404C-A597-6D34577AA0A0}" srcOrd="2" destOrd="0" presId="urn:microsoft.com/office/officeart/2005/8/layout/process1"/>
    <dgm:cxn modelId="{1505EC4B-8B00-44FD-91FD-A05AB0872423}" type="presParOf" srcId="{572D7641-D733-43E4-BE9C-D61765F35CED}" destId="{637B15DF-1BB0-4C53-8EA2-B1F111EF01B9}" srcOrd="3" destOrd="0" presId="urn:microsoft.com/office/officeart/2005/8/layout/process1"/>
    <dgm:cxn modelId="{68AC1587-6FD0-40B6-9E6D-605738535F7F}" type="presParOf" srcId="{637B15DF-1BB0-4C53-8EA2-B1F111EF01B9}" destId="{5F341833-C5B8-48B5-8CCA-CA61D8EBB45B}" srcOrd="0" destOrd="0" presId="urn:microsoft.com/office/officeart/2005/8/layout/process1"/>
    <dgm:cxn modelId="{54584807-70DE-443C-AA29-841DA074F195}" type="presParOf" srcId="{572D7641-D733-43E4-BE9C-D61765F35CED}" destId="{79E37D2C-45AF-4A88-9108-604BBDE6D41F}" srcOrd="4" destOrd="0" presId="urn:microsoft.com/office/officeart/2005/8/layout/process1"/>
    <dgm:cxn modelId="{EC93BD7A-C51F-48DD-B51B-C40E9EB1A02B}" type="presParOf" srcId="{572D7641-D733-43E4-BE9C-D61765F35CED}" destId="{BFFF3BA7-82FE-426A-BB70-E0D6451CF660}" srcOrd="5" destOrd="0" presId="urn:microsoft.com/office/officeart/2005/8/layout/process1"/>
    <dgm:cxn modelId="{99FF10F5-CEA8-4571-A1F0-089616E17795}" type="presParOf" srcId="{BFFF3BA7-82FE-426A-BB70-E0D6451CF660}" destId="{23D8CDD5-FABB-4FAD-9348-D5D5A744E8B1}" srcOrd="0" destOrd="0" presId="urn:microsoft.com/office/officeart/2005/8/layout/process1"/>
    <dgm:cxn modelId="{38E1D6BB-B7F6-41EA-8AA9-EB74F82DEACA}" type="presParOf" srcId="{572D7641-D733-43E4-BE9C-D61765F35CED}" destId="{5C32962C-7E6D-420C-A62F-BF6BE5827798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C91FCB4-FB11-4C1D-BD35-E076D976BCD0}" type="doc">
      <dgm:prSet loTypeId="urn:microsoft.com/office/officeart/2005/8/layout/funnel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PT"/>
        </a:p>
      </dgm:t>
    </dgm:pt>
    <dgm:pt modelId="{51C026AE-FEB2-42F7-935F-7F46A10306C0}">
      <dgm:prSet phldrT="[Text]"/>
      <dgm:spPr/>
      <dgm:t>
        <a:bodyPr/>
        <a:lstStyle/>
        <a:p>
          <a:r>
            <a:rPr lang="pt-PT" dirty="0" err="1"/>
            <a:t>Customers</a:t>
          </a:r>
          <a:endParaRPr lang="pt-PT" dirty="0"/>
        </a:p>
      </dgm:t>
    </dgm:pt>
    <dgm:pt modelId="{27F93242-4720-4299-91CA-4167C0C50C59}" type="parTrans" cxnId="{BF5BFEF3-3F5C-4811-A91D-8F6A5F2F210E}">
      <dgm:prSet/>
      <dgm:spPr/>
      <dgm:t>
        <a:bodyPr/>
        <a:lstStyle/>
        <a:p>
          <a:endParaRPr lang="pt-PT"/>
        </a:p>
      </dgm:t>
    </dgm:pt>
    <dgm:pt modelId="{62196CE1-09B5-40E0-8942-2DAF66B11C7A}" type="sibTrans" cxnId="{BF5BFEF3-3F5C-4811-A91D-8F6A5F2F210E}">
      <dgm:prSet/>
      <dgm:spPr/>
      <dgm:t>
        <a:bodyPr/>
        <a:lstStyle/>
        <a:p>
          <a:endParaRPr lang="pt-PT"/>
        </a:p>
      </dgm:t>
    </dgm:pt>
    <dgm:pt modelId="{D936773E-F573-4A78-A2D4-679B4F9F579D}">
      <dgm:prSet phldrT="[Text]"/>
      <dgm:spPr/>
      <dgm:t>
        <a:bodyPr/>
        <a:lstStyle/>
        <a:p>
          <a:r>
            <a:rPr lang="pt-PT" dirty="0" err="1"/>
            <a:t>Products</a:t>
          </a:r>
          <a:endParaRPr lang="pt-PT" dirty="0"/>
        </a:p>
      </dgm:t>
    </dgm:pt>
    <dgm:pt modelId="{D975D302-18CB-4C09-987B-3CE891C9CDC8}" type="parTrans" cxnId="{002CBE89-8829-4D32-9B46-6C37E48F0E16}">
      <dgm:prSet/>
      <dgm:spPr/>
      <dgm:t>
        <a:bodyPr/>
        <a:lstStyle/>
        <a:p>
          <a:endParaRPr lang="pt-PT"/>
        </a:p>
      </dgm:t>
    </dgm:pt>
    <dgm:pt modelId="{0624B43D-7740-490F-89E0-BBC3D41A0B49}" type="sibTrans" cxnId="{002CBE89-8829-4D32-9B46-6C37E48F0E16}">
      <dgm:prSet/>
      <dgm:spPr/>
      <dgm:t>
        <a:bodyPr/>
        <a:lstStyle/>
        <a:p>
          <a:endParaRPr lang="pt-PT"/>
        </a:p>
      </dgm:t>
    </dgm:pt>
    <dgm:pt modelId="{0342EB58-D09D-452B-9E82-786A686E5F6B}">
      <dgm:prSet phldrT="[Text]"/>
      <dgm:spPr/>
      <dgm:t>
        <a:bodyPr/>
        <a:lstStyle/>
        <a:p>
          <a:r>
            <a:rPr lang="pt-PT" dirty="0"/>
            <a:t>Industries</a:t>
          </a:r>
        </a:p>
      </dgm:t>
    </dgm:pt>
    <dgm:pt modelId="{2ED6AF6A-1D68-4D3E-9A44-F10C92DA07F1}" type="parTrans" cxnId="{AD1BA069-D56F-46AF-BBD9-DA60D01CD707}">
      <dgm:prSet/>
      <dgm:spPr/>
      <dgm:t>
        <a:bodyPr/>
        <a:lstStyle/>
        <a:p>
          <a:endParaRPr lang="pt-PT"/>
        </a:p>
      </dgm:t>
    </dgm:pt>
    <dgm:pt modelId="{17AF4487-A430-4DF4-B8E2-20C0450C7702}" type="sibTrans" cxnId="{AD1BA069-D56F-46AF-BBD9-DA60D01CD707}">
      <dgm:prSet/>
      <dgm:spPr/>
      <dgm:t>
        <a:bodyPr/>
        <a:lstStyle/>
        <a:p>
          <a:endParaRPr lang="pt-PT"/>
        </a:p>
      </dgm:t>
    </dgm:pt>
    <dgm:pt modelId="{02931660-E36C-42D9-8DF6-7EE3C603CF0E}">
      <dgm:prSet phldrT="[Text]"/>
      <dgm:spPr/>
      <dgm:t>
        <a:bodyPr/>
        <a:lstStyle/>
        <a:p>
          <a:r>
            <a:rPr lang="pt-PT" dirty="0">
              <a:latin typeface="Aptos Display" panose="020B0004020202020204" pitchFamily="34" charset="0"/>
            </a:rPr>
            <a:t>Vertical </a:t>
          </a:r>
          <a:r>
            <a:rPr lang="pt-PT" dirty="0" err="1">
              <a:latin typeface="Aptos Display" panose="020B0004020202020204" pitchFamily="34" charset="0"/>
            </a:rPr>
            <a:t>Proof</a:t>
          </a:r>
          <a:endParaRPr lang="pt-PT" dirty="0">
            <a:latin typeface="Aptos Display" panose="020B0004020202020204" pitchFamily="34" charset="0"/>
          </a:endParaRPr>
        </a:p>
      </dgm:t>
    </dgm:pt>
    <dgm:pt modelId="{1CE81E71-B03C-480B-A263-0E8784A3DEF8}" type="parTrans" cxnId="{AF4923F4-098C-45C3-9A20-2CDDC674858E}">
      <dgm:prSet/>
      <dgm:spPr/>
      <dgm:t>
        <a:bodyPr/>
        <a:lstStyle/>
        <a:p>
          <a:endParaRPr lang="pt-PT"/>
        </a:p>
      </dgm:t>
    </dgm:pt>
    <dgm:pt modelId="{F051B0ED-A1D7-46A8-A0B6-48DD05EF4E35}" type="sibTrans" cxnId="{AF4923F4-098C-45C3-9A20-2CDDC674858E}">
      <dgm:prSet/>
      <dgm:spPr/>
      <dgm:t>
        <a:bodyPr/>
        <a:lstStyle/>
        <a:p>
          <a:endParaRPr lang="pt-PT"/>
        </a:p>
      </dgm:t>
    </dgm:pt>
    <dgm:pt modelId="{9B68C86A-9ABF-4971-9CC7-966B3ABA5A96}" type="pres">
      <dgm:prSet presAssocID="{2C91FCB4-FB11-4C1D-BD35-E076D976BCD0}" presName="Name0" presStyleCnt="0">
        <dgm:presLayoutVars>
          <dgm:chMax val="4"/>
          <dgm:resizeHandles val="exact"/>
        </dgm:presLayoutVars>
      </dgm:prSet>
      <dgm:spPr/>
    </dgm:pt>
    <dgm:pt modelId="{8EB1235D-55B9-4FD0-8361-696DD25A727A}" type="pres">
      <dgm:prSet presAssocID="{2C91FCB4-FB11-4C1D-BD35-E076D976BCD0}" presName="ellipse" presStyleLbl="trBgShp" presStyleIdx="0" presStyleCnt="1" custScaleX="119198" custScaleY="79631" custLinFactNeighborX="15533" custLinFactNeighborY="13439"/>
      <dgm:spPr>
        <a:noFill/>
      </dgm:spPr>
    </dgm:pt>
    <dgm:pt modelId="{FE57F8BA-44A1-418A-8058-7BC5A7F93B66}" type="pres">
      <dgm:prSet presAssocID="{2C91FCB4-FB11-4C1D-BD35-E076D976BCD0}" presName="arrow1" presStyleLbl="fgShp" presStyleIdx="0" presStyleCnt="1"/>
      <dgm:spPr/>
    </dgm:pt>
    <dgm:pt modelId="{B055FD1E-BE84-45C8-A8AF-C4EFE944AA63}" type="pres">
      <dgm:prSet presAssocID="{2C91FCB4-FB11-4C1D-BD35-E076D976BCD0}" presName="rectangle" presStyleLbl="revTx" presStyleIdx="0" presStyleCnt="1">
        <dgm:presLayoutVars>
          <dgm:bulletEnabled val="1"/>
        </dgm:presLayoutVars>
      </dgm:prSet>
      <dgm:spPr/>
    </dgm:pt>
    <dgm:pt modelId="{64293FE8-D950-4A4A-9090-64F362192F3E}" type="pres">
      <dgm:prSet presAssocID="{D936773E-F573-4A78-A2D4-679B4F9F579D}" presName="item1" presStyleLbl="node1" presStyleIdx="0" presStyleCnt="3">
        <dgm:presLayoutVars>
          <dgm:bulletEnabled val="1"/>
        </dgm:presLayoutVars>
      </dgm:prSet>
      <dgm:spPr/>
    </dgm:pt>
    <dgm:pt modelId="{3B35947A-DE80-4604-8578-37B8CC76033E}" type="pres">
      <dgm:prSet presAssocID="{0342EB58-D09D-452B-9E82-786A686E5F6B}" presName="item2" presStyleLbl="node1" presStyleIdx="1" presStyleCnt="3">
        <dgm:presLayoutVars>
          <dgm:bulletEnabled val="1"/>
        </dgm:presLayoutVars>
      </dgm:prSet>
      <dgm:spPr/>
    </dgm:pt>
    <dgm:pt modelId="{2DE0A200-1D18-49EE-828D-6716B5A0D5AD}" type="pres">
      <dgm:prSet presAssocID="{02931660-E36C-42D9-8DF6-7EE3C603CF0E}" presName="item3" presStyleLbl="node1" presStyleIdx="2" presStyleCnt="3">
        <dgm:presLayoutVars>
          <dgm:bulletEnabled val="1"/>
        </dgm:presLayoutVars>
      </dgm:prSet>
      <dgm:spPr/>
    </dgm:pt>
    <dgm:pt modelId="{16A6D4A0-7F28-497C-9576-64EC73BDC53E}" type="pres">
      <dgm:prSet presAssocID="{2C91FCB4-FB11-4C1D-BD35-E076D976BCD0}" presName="funnel" presStyleLbl="trAlignAcc1" presStyleIdx="0" presStyleCnt="1"/>
      <dgm:spPr/>
    </dgm:pt>
  </dgm:ptLst>
  <dgm:cxnLst>
    <dgm:cxn modelId="{25B3B301-BD2A-4E51-8B8C-79EB5BBE7BE7}" type="presOf" srcId="{02931660-E36C-42D9-8DF6-7EE3C603CF0E}" destId="{B055FD1E-BE84-45C8-A8AF-C4EFE944AA63}" srcOrd="0" destOrd="0" presId="urn:microsoft.com/office/officeart/2005/8/layout/funnel1"/>
    <dgm:cxn modelId="{AD1BA069-D56F-46AF-BBD9-DA60D01CD707}" srcId="{2C91FCB4-FB11-4C1D-BD35-E076D976BCD0}" destId="{0342EB58-D09D-452B-9E82-786A686E5F6B}" srcOrd="2" destOrd="0" parTransId="{2ED6AF6A-1D68-4D3E-9A44-F10C92DA07F1}" sibTransId="{17AF4487-A430-4DF4-B8E2-20C0450C7702}"/>
    <dgm:cxn modelId="{1902BD86-7452-4A9C-8973-894770CE3A9E}" type="presOf" srcId="{2C91FCB4-FB11-4C1D-BD35-E076D976BCD0}" destId="{9B68C86A-9ABF-4971-9CC7-966B3ABA5A96}" srcOrd="0" destOrd="0" presId="urn:microsoft.com/office/officeart/2005/8/layout/funnel1"/>
    <dgm:cxn modelId="{002CBE89-8829-4D32-9B46-6C37E48F0E16}" srcId="{2C91FCB4-FB11-4C1D-BD35-E076D976BCD0}" destId="{D936773E-F573-4A78-A2D4-679B4F9F579D}" srcOrd="1" destOrd="0" parTransId="{D975D302-18CB-4C09-987B-3CE891C9CDC8}" sibTransId="{0624B43D-7740-490F-89E0-BBC3D41A0B49}"/>
    <dgm:cxn modelId="{A51766A9-4A4A-4F04-9578-0E83D93594DC}" type="presOf" srcId="{D936773E-F573-4A78-A2D4-679B4F9F579D}" destId="{3B35947A-DE80-4604-8578-37B8CC76033E}" srcOrd="0" destOrd="0" presId="urn:microsoft.com/office/officeart/2005/8/layout/funnel1"/>
    <dgm:cxn modelId="{E7463BDE-B65D-4791-81C3-AFDF1DF51BF8}" type="presOf" srcId="{0342EB58-D09D-452B-9E82-786A686E5F6B}" destId="{64293FE8-D950-4A4A-9090-64F362192F3E}" srcOrd="0" destOrd="0" presId="urn:microsoft.com/office/officeart/2005/8/layout/funnel1"/>
    <dgm:cxn modelId="{BF5BFEF3-3F5C-4811-A91D-8F6A5F2F210E}" srcId="{2C91FCB4-FB11-4C1D-BD35-E076D976BCD0}" destId="{51C026AE-FEB2-42F7-935F-7F46A10306C0}" srcOrd="0" destOrd="0" parTransId="{27F93242-4720-4299-91CA-4167C0C50C59}" sibTransId="{62196CE1-09B5-40E0-8942-2DAF66B11C7A}"/>
    <dgm:cxn modelId="{AF4923F4-098C-45C3-9A20-2CDDC674858E}" srcId="{2C91FCB4-FB11-4C1D-BD35-E076D976BCD0}" destId="{02931660-E36C-42D9-8DF6-7EE3C603CF0E}" srcOrd="3" destOrd="0" parTransId="{1CE81E71-B03C-480B-A263-0E8784A3DEF8}" sibTransId="{F051B0ED-A1D7-46A8-A0B6-48DD05EF4E35}"/>
    <dgm:cxn modelId="{E897E4FF-0C27-4913-8232-6F7F2BCFB998}" type="presOf" srcId="{51C026AE-FEB2-42F7-935F-7F46A10306C0}" destId="{2DE0A200-1D18-49EE-828D-6716B5A0D5AD}" srcOrd="0" destOrd="0" presId="urn:microsoft.com/office/officeart/2005/8/layout/funnel1"/>
    <dgm:cxn modelId="{6427CA6E-9A79-4667-B587-B5B48CA797BA}" type="presParOf" srcId="{9B68C86A-9ABF-4971-9CC7-966B3ABA5A96}" destId="{8EB1235D-55B9-4FD0-8361-696DD25A727A}" srcOrd="0" destOrd="0" presId="urn:microsoft.com/office/officeart/2005/8/layout/funnel1"/>
    <dgm:cxn modelId="{A1B6EDCE-8B2D-49CE-81E8-A8A8F5B5EA13}" type="presParOf" srcId="{9B68C86A-9ABF-4971-9CC7-966B3ABA5A96}" destId="{FE57F8BA-44A1-418A-8058-7BC5A7F93B66}" srcOrd="1" destOrd="0" presId="urn:microsoft.com/office/officeart/2005/8/layout/funnel1"/>
    <dgm:cxn modelId="{933358A6-3F33-426D-A150-78E3E5137332}" type="presParOf" srcId="{9B68C86A-9ABF-4971-9CC7-966B3ABA5A96}" destId="{B055FD1E-BE84-45C8-A8AF-C4EFE944AA63}" srcOrd="2" destOrd="0" presId="urn:microsoft.com/office/officeart/2005/8/layout/funnel1"/>
    <dgm:cxn modelId="{B801F467-98DB-46F8-8864-084AFF68DFD5}" type="presParOf" srcId="{9B68C86A-9ABF-4971-9CC7-966B3ABA5A96}" destId="{64293FE8-D950-4A4A-9090-64F362192F3E}" srcOrd="3" destOrd="0" presId="urn:microsoft.com/office/officeart/2005/8/layout/funnel1"/>
    <dgm:cxn modelId="{700AF001-D2C5-4CE6-9C6F-7F28AAA0FED5}" type="presParOf" srcId="{9B68C86A-9ABF-4971-9CC7-966B3ABA5A96}" destId="{3B35947A-DE80-4604-8578-37B8CC76033E}" srcOrd="4" destOrd="0" presId="urn:microsoft.com/office/officeart/2005/8/layout/funnel1"/>
    <dgm:cxn modelId="{B95D1197-5DAF-4D2B-8961-D0F05E4E65F1}" type="presParOf" srcId="{9B68C86A-9ABF-4971-9CC7-966B3ABA5A96}" destId="{2DE0A200-1D18-49EE-828D-6716B5A0D5AD}" srcOrd="5" destOrd="0" presId="urn:microsoft.com/office/officeart/2005/8/layout/funnel1"/>
    <dgm:cxn modelId="{052BF218-02D4-4B0E-A47C-78DD0C0608C3}" type="presParOf" srcId="{9B68C86A-9ABF-4971-9CC7-966B3ABA5A96}" destId="{16A6D4A0-7F28-497C-9576-64EC73BDC53E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14EB28-F569-4645-A108-8721F2BDC1C3}">
      <dsp:nvSpPr>
        <dsp:cNvPr id="0" name=""/>
        <dsp:cNvSpPr/>
      </dsp:nvSpPr>
      <dsp:spPr>
        <a:xfrm>
          <a:off x="0" y="582"/>
          <a:ext cx="7536203" cy="13621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solidFill>
            <a:schemeClr val="bg1">
              <a:lumMod val="75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A4A27A-7D44-475B-8D23-DD5B100E2CD7}">
      <dsp:nvSpPr>
        <dsp:cNvPr id="0" name=""/>
        <dsp:cNvSpPr/>
      </dsp:nvSpPr>
      <dsp:spPr>
        <a:xfrm>
          <a:off x="412061" y="307073"/>
          <a:ext cx="749202" cy="7492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D3CFF-89B3-4B0F-80A2-D699105E5400}">
      <dsp:nvSpPr>
        <dsp:cNvPr id="0" name=""/>
        <dsp:cNvSpPr/>
      </dsp:nvSpPr>
      <dsp:spPr>
        <a:xfrm>
          <a:off x="1573324" y="582"/>
          <a:ext cx="3391291" cy="1362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165" tIns="144165" rIns="144165" bIns="14416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500" kern="1200" dirty="0" err="1">
              <a:latin typeface="Aptos Display" panose="020B0004020202020204" pitchFamily="34" charset="0"/>
            </a:rPr>
            <a:t>Production</a:t>
          </a:r>
          <a:endParaRPr lang="pt-PT" sz="2500" kern="1200" dirty="0">
            <a:latin typeface="Aptos Display" panose="020B0004020202020204" pitchFamily="34" charset="0"/>
          </a:endParaRPr>
        </a:p>
      </dsp:txBody>
      <dsp:txXfrm>
        <a:off x="1573324" y="582"/>
        <a:ext cx="3391291" cy="1362185"/>
      </dsp:txXfrm>
    </dsp:sp>
    <dsp:sp modelId="{FEE62DD2-F845-4496-94A0-C1D9394E92E0}">
      <dsp:nvSpPr>
        <dsp:cNvPr id="0" name=""/>
        <dsp:cNvSpPr/>
      </dsp:nvSpPr>
      <dsp:spPr>
        <a:xfrm>
          <a:off x="4964615" y="582"/>
          <a:ext cx="2571587" cy="1362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165" tIns="144165" rIns="144165" bIns="14416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>
              <a:latin typeface="Aptos Display" panose="020B0004020202020204" pitchFamily="34" charset="0"/>
            </a:rPr>
            <a:t>- </a:t>
          </a:r>
          <a:r>
            <a:rPr lang="pt-PT" sz="1800" kern="1200" dirty="0" err="1">
              <a:latin typeface="Aptos Display" panose="020B0004020202020204" pitchFamily="34" charset="0"/>
            </a:rPr>
            <a:t>Large</a:t>
          </a:r>
          <a:r>
            <a:rPr lang="pt-PT" sz="1800" kern="1200" dirty="0">
              <a:latin typeface="Aptos Display" panose="020B0004020202020204" pitchFamily="34" charset="0"/>
            </a:rPr>
            <a:t> </a:t>
          </a:r>
          <a:r>
            <a:rPr lang="pt-PT" sz="1800" kern="1200" dirty="0" err="1">
              <a:latin typeface="Aptos Display" panose="020B0004020202020204" pitchFamily="34" charset="0"/>
            </a:rPr>
            <a:t>scale</a:t>
          </a:r>
          <a:br>
            <a:rPr lang="pt-PT" sz="1800" kern="1200" dirty="0">
              <a:latin typeface="Aptos Display" panose="020B0004020202020204" pitchFamily="34" charset="0"/>
            </a:rPr>
          </a:br>
          <a:r>
            <a:rPr lang="pt-PT" sz="1800" kern="1200" dirty="0">
              <a:latin typeface="Aptos Display" panose="020B0004020202020204" pitchFamily="34" charset="0"/>
            </a:rPr>
            <a:t>- </a:t>
          </a:r>
          <a:r>
            <a:rPr lang="pt-PT" sz="1800" kern="1200" dirty="0" err="1">
              <a:latin typeface="Aptos Display" panose="020B0004020202020204" pitchFamily="34" charset="0"/>
            </a:rPr>
            <a:t>Often</a:t>
          </a:r>
          <a:endParaRPr lang="pt-PT" sz="1800" kern="1200" dirty="0">
            <a:latin typeface="Aptos Display" panose="020B0004020202020204" pitchFamily="34" charset="0"/>
          </a:endParaRPr>
        </a:p>
      </dsp:txBody>
      <dsp:txXfrm>
        <a:off x="4964615" y="582"/>
        <a:ext cx="2571587" cy="1362185"/>
      </dsp:txXfrm>
    </dsp:sp>
    <dsp:sp modelId="{42CB7142-A8B0-4B08-AA09-9C98FFBF87C3}">
      <dsp:nvSpPr>
        <dsp:cNvPr id="0" name=""/>
        <dsp:cNvSpPr/>
      </dsp:nvSpPr>
      <dsp:spPr>
        <a:xfrm>
          <a:off x="0" y="1703314"/>
          <a:ext cx="7536203" cy="13621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solidFill>
            <a:schemeClr val="bg1">
              <a:lumMod val="75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B915AF-B371-4F9E-A71B-0BC5B4D752F6}">
      <dsp:nvSpPr>
        <dsp:cNvPr id="0" name=""/>
        <dsp:cNvSpPr/>
      </dsp:nvSpPr>
      <dsp:spPr>
        <a:xfrm>
          <a:off x="412061" y="2009805"/>
          <a:ext cx="749202" cy="7492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044092-5D04-40D3-BC45-4C227854ACE5}">
      <dsp:nvSpPr>
        <dsp:cNvPr id="0" name=""/>
        <dsp:cNvSpPr/>
      </dsp:nvSpPr>
      <dsp:spPr>
        <a:xfrm>
          <a:off x="1573324" y="1703314"/>
          <a:ext cx="3391291" cy="1362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165" tIns="144165" rIns="144165" bIns="14416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5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Retail</a:t>
          </a:r>
          <a:endParaRPr lang="pt-PT" sz="25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 Display" panose="020B0004020202020204" pitchFamily="34" charset="0"/>
            <a:ea typeface="+mn-ea"/>
            <a:cs typeface="+mn-cs"/>
          </a:endParaRPr>
        </a:p>
      </dsp:txBody>
      <dsp:txXfrm>
        <a:off x="1573324" y="1703314"/>
        <a:ext cx="3391291" cy="1362185"/>
      </dsp:txXfrm>
    </dsp:sp>
    <dsp:sp modelId="{576C0FB6-3657-4F85-BF8E-A6A31B08BD66}">
      <dsp:nvSpPr>
        <dsp:cNvPr id="0" name=""/>
        <dsp:cNvSpPr/>
      </dsp:nvSpPr>
      <dsp:spPr>
        <a:xfrm>
          <a:off x="4964615" y="1703314"/>
          <a:ext cx="2571587" cy="1362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165" tIns="144165" rIns="144165" bIns="14416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- </a:t>
          </a:r>
          <a:r>
            <a:rPr lang="pt-PT" sz="18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Medium</a:t>
          </a:r>
          <a:r>
            <a:rPr lang="pt-PT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 </a:t>
          </a:r>
          <a:r>
            <a:rPr lang="pt-PT" sz="18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scale</a:t>
          </a:r>
          <a:br>
            <a:rPr lang="pt-PT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</a:br>
          <a:r>
            <a:rPr lang="pt-PT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- Less </a:t>
          </a:r>
          <a:r>
            <a:rPr lang="pt-PT" sz="18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often</a:t>
          </a:r>
          <a:endParaRPr lang="pt-PT" sz="18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 Display" panose="020B0004020202020204" pitchFamily="34" charset="0"/>
            <a:ea typeface="+mn-ea"/>
            <a:cs typeface="+mn-cs"/>
          </a:endParaRPr>
        </a:p>
      </dsp:txBody>
      <dsp:txXfrm>
        <a:off x="4964615" y="1703314"/>
        <a:ext cx="2571587" cy="1362185"/>
      </dsp:txXfrm>
    </dsp:sp>
    <dsp:sp modelId="{535413C1-CD6C-4459-8F71-AE9279F25260}">
      <dsp:nvSpPr>
        <dsp:cNvPr id="0" name=""/>
        <dsp:cNvSpPr/>
      </dsp:nvSpPr>
      <dsp:spPr>
        <a:xfrm>
          <a:off x="0" y="3406046"/>
          <a:ext cx="7536203" cy="13621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solidFill>
            <a:schemeClr val="bg1">
              <a:lumMod val="75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6581C3-BB0F-4553-88AA-51F92574B916}">
      <dsp:nvSpPr>
        <dsp:cNvPr id="0" name=""/>
        <dsp:cNvSpPr/>
      </dsp:nvSpPr>
      <dsp:spPr>
        <a:xfrm>
          <a:off x="412061" y="3712537"/>
          <a:ext cx="749202" cy="7492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222CEE-DA13-489F-9905-985B28C4F47B}">
      <dsp:nvSpPr>
        <dsp:cNvPr id="0" name=""/>
        <dsp:cNvSpPr/>
      </dsp:nvSpPr>
      <dsp:spPr>
        <a:xfrm>
          <a:off x="1573324" y="3406046"/>
          <a:ext cx="3391291" cy="1362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165" tIns="144165" rIns="144165" bIns="14416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5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Purchase</a:t>
          </a:r>
          <a:endParaRPr lang="pt-PT" sz="25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 Display" panose="020B0004020202020204" pitchFamily="34" charset="0"/>
            <a:ea typeface="+mn-ea"/>
            <a:cs typeface="+mn-cs"/>
          </a:endParaRPr>
        </a:p>
      </dsp:txBody>
      <dsp:txXfrm>
        <a:off x="1573324" y="3406046"/>
        <a:ext cx="3391291" cy="1362185"/>
      </dsp:txXfrm>
    </dsp:sp>
    <dsp:sp modelId="{9688BC58-500D-401B-B7D1-43ACA23D7837}">
      <dsp:nvSpPr>
        <dsp:cNvPr id="0" name=""/>
        <dsp:cNvSpPr/>
      </dsp:nvSpPr>
      <dsp:spPr>
        <a:xfrm>
          <a:off x="4964615" y="3406046"/>
          <a:ext cx="2571587" cy="1362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165" tIns="144165" rIns="144165" bIns="14416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- </a:t>
          </a:r>
          <a:r>
            <a:rPr lang="pt-PT" sz="18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Small</a:t>
          </a:r>
          <a:r>
            <a:rPr lang="pt-PT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 </a:t>
          </a:r>
          <a:r>
            <a:rPr lang="pt-PT" sz="18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scale</a:t>
          </a:r>
          <a:br>
            <a:rPr lang="pt-PT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</a:br>
          <a:r>
            <a:rPr lang="pt-PT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- </a:t>
          </a:r>
          <a:r>
            <a:rPr lang="pt-PT" sz="18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Esporadically</a:t>
          </a:r>
          <a:endParaRPr lang="pt-PT" sz="18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 Display" panose="020B0004020202020204" pitchFamily="34" charset="0"/>
            <a:ea typeface="+mn-ea"/>
            <a:cs typeface="+mn-cs"/>
          </a:endParaRPr>
        </a:p>
      </dsp:txBody>
      <dsp:txXfrm>
        <a:off x="4964615" y="3406046"/>
        <a:ext cx="2571587" cy="13621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8E1087-7E1D-4C71-8ECA-8851E77F4907}">
      <dsp:nvSpPr>
        <dsp:cNvPr id="0" name=""/>
        <dsp:cNvSpPr/>
      </dsp:nvSpPr>
      <dsp:spPr>
        <a:xfrm>
          <a:off x="0" y="706"/>
          <a:ext cx="6949440" cy="5933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9C49B4-7469-4870-933C-5CA6A490C80F}">
      <dsp:nvSpPr>
        <dsp:cNvPr id="0" name=""/>
        <dsp:cNvSpPr/>
      </dsp:nvSpPr>
      <dsp:spPr>
        <a:xfrm>
          <a:off x="179490" y="134211"/>
          <a:ext cx="326346" cy="32634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D22D5F-95A6-471B-8A41-D122EB239570}">
      <dsp:nvSpPr>
        <dsp:cNvPr id="0" name=""/>
        <dsp:cNvSpPr/>
      </dsp:nvSpPr>
      <dsp:spPr>
        <a:xfrm>
          <a:off x="685326" y="706"/>
          <a:ext cx="6264113" cy="593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797" tIns="62797" rIns="62797" bIns="62797" numCol="1" spcCol="1270" anchor="ctr" anchorCtr="0">
          <a:noAutofit/>
        </a:bodyPr>
        <a:lstStyle/>
        <a:p>
          <a:pPr marL="0" lvl="0" indent="0" algn="l" defTabSz="914400" rtl="0" eaLnBrk="1" latinLnBrk="0" hangingPunct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Entirely synthetic - 8 interconnected tables</a:t>
          </a:r>
        </a:p>
      </dsp:txBody>
      <dsp:txXfrm>
        <a:off x="685326" y="706"/>
        <a:ext cx="6264113" cy="593356"/>
      </dsp:txXfrm>
    </dsp:sp>
    <dsp:sp modelId="{44329DEF-B586-40B3-9867-4F327C914DB4}">
      <dsp:nvSpPr>
        <dsp:cNvPr id="0" name=""/>
        <dsp:cNvSpPr/>
      </dsp:nvSpPr>
      <dsp:spPr>
        <a:xfrm>
          <a:off x="0" y="742401"/>
          <a:ext cx="6949440" cy="5933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9C59B3-16E2-4AB8-BC5E-3ECB734F7EE3}">
      <dsp:nvSpPr>
        <dsp:cNvPr id="0" name=""/>
        <dsp:cNvSpPr/>
      </dsp:nvSpPr>
      <dsp:spPr>
        <a:xfrm>
          <a:off x="179490" y="875907"/>
          <a:ext cx="326346" cy="32634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ADD3C3-E5FC-41B9-B1D3-C3D5A2B0EBB8}">
      <dsp:nvSpPr>
        <dsp:cNvPr id="0" name=""/>
        <dsp:cNvSpPr/>
      </dsp:nvSpPr>
      <dsp:spPr>
        <a:xfrm>
          <a:off x="685326" y="742401"/>
          <a:ext cx="6264113" cy="593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797" tIns="62797" rIns="62797" bIns="62797" numCol="1" spcCol="1270" anchor="ctr" anchorCtr="0">
          <a:noAutofit/>
        </a:bodyPr>
        <a:lstStyle/>
        <a:p>
          <a:pPr marL="0" lvl="0" indent="0" algn="l" defTabSz="914400" rtl="0" eaLnBrk="1" latinLnBrk="0" hangingPunct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Real world and business rules</a:t>
          </a:r>
        </a:p>
      </dsp:txBody>
      <dsp:txXfrm>
        <a:off x="685326" y="742401"/>
        <a:ext cx="6264113" cy="593356"/>
      </dsp:txXfrm>
    </dsp:sp>
    <dsp:sp modelId="{45521CF3-8F30-4720-87B8-769478A10F8B}">
      <dsp:nvSpPr>
        <dsp:cNvPr id="0" name=""/>
        <dsp:cNvSpPr/>
      </dsp:nvSpPr>
      <dsp:spPr>
        <a:xfrm>
          <a:off x="0" y="1484097"/>
          <a:ext cx="6949440" cy="5933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CE220D-C5F7-4B72-960F-25449C60C23E}">
      <dsp:nvSpPr>
        <dsp:cNvPr id="0" name=""/>
        <dsp:cNvSpPr/>
      </dsp:nvSpPr>
      <dsp:spPr>
        <a:xfrm>
          <a:off x="179490" y="1617602"/>
          <a:ext cx="326346" cy="32634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6A1490-5FE0-4E61-A9E5-AD345EC56B8A}">
      <dsp:nvSpPr>
        <dsp:cNvPr id="0" name=""/>
        <dsp:cNvSpPr/>
      </dsp:nvSpPr>
      <dsp:spPr>
        <a:xfrm>
          <a:off x="685326" y="1484097"/>
          <a:ext cx="6264113" cy="593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797" tIns="62797" rIns="62797" bIns="6279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600" kern="1200"/>
        </a:p>
      </dsp:txBody>
      <dsp:txXfrm>
        <a:off x="685326" y="1484097"/>
        <a:ext cx="6264113" cy="593356"/>
      </dsp:txXfrm>
    </dsp:sp>
    <dsp:sp modelId="{F729BA83-E06C-446A-88E5-D685BAA77BEF}">
      <dsp:nvSpPr>
        <dsp:cNvPr id="0" name=""/>
        <dsp:cNvSpPr/>
      </dsp:nvSpPr>
      <dsp:spPr>
        <a:xfrm>
          <a:off x="0" y="2225793"/>
          <a:ext cx="6949440" cy="5933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AE394B-5441-4F0D-B782-07E5FCB11089}">
      <dsp:nvSpPr>
        <dsp:cNvPr id="0" name=""/>
        <dsp:cNvSpPr/>
      </dsp:nvSpPr>
      <dsp:spPr>
        <a:xfrm>
          <a:off x="179490" y="2359298"/>
          <a:ext cx="326346" cy="32634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F5BE13-EB21-4BAA-894D-ABA943319CC4}">
      <dsp:nvSpPr>
        <dsp:cNvPr id="0" name=""/>
        <dsp:cNvSpPr/>
      </dsp:nvSpPr>
      <dsp:spPr>
        <a:xfrm>
          <a:off x="685326" y="2225793"/>
          <a:ext cx="6264113" cy="593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797" tIns="62797" rIns="62797" bIns="6279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~500 </a:t>
          </a:r>
          <a:r>
            <a:rPr lang="pt-PT" sz="16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products</a:t>
          </a:r>
          <a:r>
            <a:rPr lang="pt-PT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 </a:t>
          </a:r>
          <a:r>
            <a:rPr lang="pt-PT" sz="16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across</a:t>
          </a:r>
          <a:r>
            <a:rPr lang="pt-PT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 14 </a:t>
          </a:r>
          <a:r>
            <a:rPr lang="pt-PT" sz="16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electronics</a:t>
          </a:r>
          <a:r>
            <a:rPr lang="pt-PT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 </a:t>
          </a:r>
          <a:r>
            <a:rPr lang="pt-PT" sz="16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categories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 Display" panose="020B0004020202020204" pitchFamily="34" charset="0"/>
            <a:ea typeface="+mn-ea"/>
            <a:cs typeface="+mn-cs"/>
          </a:endParaRPr>
        </a:p>
      </dsp:txBody>
      <dsp:txXfrm>
        <a:off x="685326" y="2225793"/>
        <a:ext cx="6264113" cy="593356"/>
      </dsp:txXfrm>
    </dsp:sp>
    <dsp:sp modelId="{3FF03539-FA07-4540-9507-652C8CD1D519}">
      <dsp:nvSpPr>
        <dsp:cNvPr id="0" name=""/>
        <dsp:cNvSpPr/>
      </dsp:nvSpPr>
      <dsp:spPr>
        <a:xfrm>
          <a:off x="0" y="2967488"/>
          <a:ext cx="6949440" cy="5933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DAF17F-647C-4FCF-B5B2-B2DDD05BB7BF}">
      <dsp:nvSpPr>
        <dsp:cNvPr id="0" name=""/>
        <dsp:cNvSpPr/>
      </dsp:nvSpPr>
      <dsp:spPr>
        <a:xfrm>
          <a:off x="179490" y="3100993"/>
          <a:ext cx="326346" cy="32634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E47B93-ECC7-42A9-9FF5-AD6D9B663EA2}">
      <dsp:nvSpPr>
        <dsp:cNvPr id="0" name=""/>
        <dsp:cNvSpPr/>
      </dsp:nvSpPr>
      <dsp:spPr>
        <a:xfrm>
          <a:off x="685326" y="2967488"/>
          <a:ext cx="6264113" cy="593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797" tIns="62797" rIns="62797" bIns="6279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6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Markdown</a:t>
          </a:r>
          <a:r>
            <a:rPr lang="pt-PT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 </a:t>
          </a:r>
          <a:r>
            <a:rPr lang="pt-PT" sz="16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Benchmarks</a:t>
          </a:r>
          <a:r>
            <a:rPr lang="pt-PT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 -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 </a:t>
          </a:r>
          <a:r>
            <a:rPr lang="pt-PT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40–75% (</a:t>
          </a:r>
          <a:r>
            <a:rPr lang="pt-PT" sz="16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published</a:t>
          </a:r>
          <a:r>
            <a:rPr lang="pt-PT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 </a:t>
          </a: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NRF)</a:t>
          </a:r>
        </a:p>
      </dsp:txBody>
      <dsp:txXfrm>
        <a:off x="685326" y="2967488"/>
        <a:ext cx="6264113" cy="593356"/>
      </dsp:txXfrm>
    </dsp:sp>
    <dsp:sp modelId="{D6D1C8B7-948D-4188-B494-222147EA5494}">
      <dsp:nvSpPr>
        <dsp:cNvPr id="0" name=""/>
        <dsp:cNvSpPr/>
      </dsp:nvSpPr>
      <dsp:spPr>
        <a:xfrm>
          <a:off x="0" y="3709184"/>
          <a:ext cx="6949440" cy="5933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F90FED-7DB6-4FC8-AD82-8D44198EABF0}">
      <dsp:nvSpPr>
        <dsp:cNvPr id="0" name=""/>
        <dsp:cNvSpPr/>
      </dsp:nvSpPr>
      <dsp:spPr>
        <a:xfrm>
          <a:off x="179490" y="3842689"/>
          <a:ext cx="326346" cy="32634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EFCA86-4399-4FFC-866B-A98476596F91}">
      <dsp:nvSpPr>
        <dsp:cNvPr id="0" name=""/>
        <dsp:cNvSpPr/>
      </dsp:nvSpPr>
      <dsp:spPr>
        <a:xfrm>
          <a:off x="685326" y="3709184"/>
          <a:ext cx="6264113" cy="593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797" tIns="62797" rIns="62797" bIns="6279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6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Eligibility</a:t>
          </a:r>
          <a:r>
            <a:rPr lang="pt-PT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 Rule – 12 </a:t>
          </a:r>
          <a:r>
            <a:rPr lang="pt-PT" sz="16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months</a:t>
          </a:r>
          <a:r>
            <a:rPr lang="pt-PT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 </a:t>
          </a:r>
          <a:r>
            <a:rPr lang="pt-PT" sz="16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unsold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 Display" panose="020B0004020202020204" pitchFamily="34" charset="0"/>
            <a:ea typeface="+mn-ea"/>
            <a:cs typeface="+mn-cs"/>
          </a:endParaRPr>
        </a:p>
      </dsp:txBody>
      <dsp:txXfrm>
        <a:off x="685326" y="3709184"/>
        <a:ext cx="6264113" cy="593356"/>
      </dsp:txXfrm>
    </dsp:sp>
    <dsp:sp modelId="{B23F137B-0034-48C3-A86A-043E31507898}">
      <dsp:nvSpPr>
        <dsp:cNvPr id="0" name=""/>
        <dsp:cNvSpPr/>
      </dsp:nvSpPr>
      <dsp:spPr>
        <a:xfrm>
          <a:off x="0" y="4450879"/>
          <a:ext cx="6949440" cy="5933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EE5AC4-9906-461E-831D-4A7518817ECE}">
      <dsp:nvSpPr>
        <dsp:cNvPr id="0" name=""/>
        <dsp:cNvSpPr/>
      </dsp:nvSpPr>
      <dsp:spPr>
        <a:xfrm>
          <a:off x="179490" y="4584384"/>
          <a:ext cx="326346" cy="326346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820206-8CFD-45E2-8A9A-D0B3977C1F41}">
      <dsp:nvSpPr>
        <dsp:cNvPr id="0" name=""/>
        <dsp:cNvSpPr/>
      </dsp:nvSpPr>
      <dsp:spPr>
        <a:xfrm>
          <a:off x="685326" y="4450879"/>
          <a:ext cx="6264113" cy="593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797" tIns="62797" rIns="62797" bIns="6279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  <a:ea typeface="+mn-ea"/>
              <a:cs typeface="+mn-cs"/>
            </a:rPr>
            <a:t>~1,600 rental transactions</a:t>
          </a:r>
        </a:p>
      </dsp:txBody>
      <dsp:txXfrm>
        <a:off x="685326" y="4450879"/>
        <a:ext cx="6264113" cy="593356"/>
      </dsp:txXfrm>
    </dsp:sp>
    <dsp:sp modelId="{58296383-529D-4CD5-B98B-8BA6495DEE60}">
      <dsp:nvSpPr>
        <dsp:cNvPr id="0" name=""/>
        <dsp:cNvSpPr/>
      </dsp:nvSpPr>
      <dsp:spPr>
        <a:xfrm>
          <a:off x="0" y="5192575"/>
          <a:ext cx="6949440" cy="5933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CA1D36-5335-4756-8D1C-DD05F27A0148}">
      <dsp:nvSpPr>
        <dsp:cNvPr id="0" name=""/>
        <dsp:cNvSpPr/>
      </dsp:nvSpPr>
      <dsp:spPr>
        <a:xfrm>
          <a:off x="179490" y="5326080"/>
          <a:ext cx="326346" cy="326346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ADB725-01F1-4D4F-92B9-BDCAF086AE75}">
      <dsp:nvSpPr>
        <dsp:cNvPr id="0" name=""/>
        <dsp:cNvSpPr/>
      </dsp:nvSpPr>
      <dsp:spPr>
        <a:xfrm>
          <a:off x="685326" y="5192575"/>
          <a:ext cx="6264113" cy="593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797" tIns="62797" rIns="62797" bIns="6279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600" kern="1200" dirty="0" err="1">
              <a:latin typeface="Aptos Display" panose="020B0004020202020204" pitchFamily="34" charset="0"/>
            </a:rPr>
            <a:t>Rental</a:t>
          </a:r>
          <a:r>
            <a:rPr lang="pt-PT" sz="1600" kern="1200" dirty="0">
              <a:latin typeface="Aptos Display" panose="020B0004020202020204" pitchFamily="34" charset="0"/>
            </a:rPr>
            <a:t> </a:t>
          </a:r>
          <a:r>
            <a:rPr lang="pt-PT" sz="1600" kern="1200" dirty="0" err="1">
              <a:latin typeface="Aptos Display" panose="020B0004020202020204" pitchFamily="34" charset="0"/>
            </a:rPr>
            <a:t>Economics</a:t>
          </a:r>
          <a:r>
            <a:rPr lang="pt-PT" sz="1600" kern="1200" dirty="0">
              <a:latin typeface="Aptos Display" panose="020B0004020202020204" pitchFamily="34" charset="0"/>
            </a:rPr>
            <a:t> – </a:t>
          </a:r>
          <a:r>
            <a:rPr lang="pt-PT" sz="1600" kern="1200" dirty="0" err="1">
              <a:latin typeface="Aptos Display" panose="020B0004020202020204" pitchFamily="34" charset="0"/>
            </a:rPr>
            <a:t>various</a:t>
          </a:r>
          <a:r>
            <a:rPr lang="pt-PT" sz="1600" kern="1200" dirty="0">
              <a:latin typeface="Aptos Display" panose="020B0004020202020204" pitchFamily="34" charset="0"/>
            </a:rPr>
            <a:t> </a:t>
          </a:r>
          <a:r>
            <a:rPr lang="pt-PT" sz="1600" kern="1200" dirty="0" err="1">
              <a:latin typeface="Aptos Display" panose="020B0004020202020204" pitchFamily="34" charset="0"/>
            </a:rPr>
            <a:t>models</a:t>
          </a:r>
          <a:endParaRPr lang="en-US" sz="1600" kern="1200" dirty="0">
            <a:latin typeface="Aptos Display" panose="020B0004020202020204" pitchFamily="34" charset="0"/>
          </a:endParaRPr>
        </a:p>
      </dsp:txBody>
      <dsp:txXfrm>
        <a:off x="685326" y="5192575"/>
        <a:ext cx="6264113" cy="59335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5F5FE9-A6E4-4DF7-BD1E-57A1C7E78DBB}">
      <dsp:nvSpPr>
        <dsp:cNvPr id="0" name=""/>
        <dsp:cNvSpPr/>
      </dsp:nvSpPr>
      <dsp:spPr>
        <a:xfrm>
          <a:off x="3077" y="606522"/>
          <a:ext cx="1345574" cy="8073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600" kern="1200" dirty="0" err="1"/>
            <a:t>Python</a:t>
          </a:r>
          <a:endParaRPr lang="pt-PT" sz="1600" kern="1200" dirty="0"/>
        </a:p>
      </dsp:txBody>
      <dsp:txXfrm>
        <a:off x="26723" y="630168"/>
        <a:ext cx="1298282" cy="760052"/>
      </dsp:txXfrm>
    </dsp:sp>
    <dsp:sp modelId="{B4E53F18-6A6F-424B-9D32-59DEE79F53D0}">
      <dsp:nvSpPr>
        <dsp:cNvPr id="0" name=""/>
        <dsp:cNvSpPr/>
      </dsp:nvSpPr>
      <dsp:spPr>
        <a:xfrm>
          <a:off x="1483209" y="843343"/>
          <a:ext cx="285261" cy="3337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300" kern="1200"/>
        </a:p>
      </dsp:txBody>
      <dsp:txXfrm>
        <a:off x="1483209" y="910083"/>
        <a:ext cx="199683" cy="200222"/>
      </dsp:txXfrm>
    </dsp:sp>
    <dsp:sp modelId="{350EC13C-9588-404C-A597-6D34577AA0A0}">
      <dsp:nvSpPr>
        <dsp:cNvPr id="0" name=""/>
        <dsp:cNvSpPr/>
      </dsp:nvSpPr>
      <dsp:spPr>
        <a:xfrm>
          <a:off x="1886881" y="606522"/>
          <a:ext cx="1345574" cy="8073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600" kern="1200" dirty="0" err="1"/>
            <a:t>DataFrames</a:t>
          </a:r>
          <a:endParaRPr lang="pt-PT" sz="1600" kern="1200" dirty="0"/>
        </a:p>
      </dsp:txBody>
      <dsp:txXfrm>
        <a:off x="1910527" y="630168"/>
        <a:ext cx="1298282" cy="760052"/>
      </dsp:txXfrm>
    </dsp:sp>
    <dsp:sp modelId="{637B15DF-1BB0-4C53-8EA2-B1F111EF01B9}">
      <dsp:nvSpPr>
        <dsp:cNvPr id="0" name=""/>
        <dsp:cNvSpPr/>
      </dsp:nvSpPr>
      <dsp:spPr>
        <a:xfrm>
          <a:off x="3367014" y="843343"/>
          <a:ext cx="285261" cy="3337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300" kern="1200"/>
        </a:p>
      </dsp:txBody>
      <dsp:txXfrm>
        <a:off x="3367014" y="910083"/>
        <a:ext cx="199683" cy="200222"/>
      </dsp:txXfrm>
    </dsp:sp>
    <dsp:sp modelId="{79E37D2C-45AF-4A88-9108-604BBDE6D41F}">
      <dsp:nvSpPr>
        <dsp:cNvPr id="0" name=""/>
        <dsp:cNvSpPr/>
      </dsp:nvSpPr>
      <dsp:spPr>
        <a:xfrm>
          <a:off x="3770686" y="606522"/>
          <a:ext cx="1345574" cy="8073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600" kern="1200" dirty="0"/>
            <a:t>SQL</a:t>
          </a:r>
        </a:p>
      </dsp:txBody>
      <dsp:txXfrm>
        <a:off x="3794332" y="630168"/>
        <a:ext cx="1298282" cy="760052"/>
      </dsp:txXfrm>
    </dsp:sp>
    <dsp:sp modelId="{BFFF3BA7-82FE-426A-BB70-E0D6451CF660}">
      <dsp:nvSpPr>
        <dsp:cNvPr id="0" name=""/>
        <dsp:cNvSpPr/>
      </dsp:nvSpPr>
      <dsp:spPr>
        <a:xfrm>
          <a:off x="5250818" y="843343"/>
          <a:ext cx="285261" cy="3337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300" kern="1200"/>
        </a:p>
      </dsp:txBody>
      <dsp:txXfrm>
        <a:off x="5250818" y="910083"/>
        <a:ext cx="199683" cy="200222"/>
      </dsp:txXfrm>
    </dsp:sp>
    <dsp:sp modelId="{5C32962C-7E6D-420C-A62F-BF6BE5827798}">
      <dsp:nvSpPr>
        <dsp:cNvPr id="0" name=""/>
        <dsp:cNvSpPr/>
      </dsp:nvSpPr>
      <dsp:spPr>
        <a:xfrm>
          <a:off x="5654490" y="606522"/>
          <a:ext cx="1345574" cy="8073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600" kern="1200" dirty="0" err="1"/>
            <a:t>PowerBI</a:t>
          </a:r>
          <a:endParaRPr lang="pt-PT" sz="1600" kern="1200" dirty="0"/>
        </a:p>
      </dsp:txBody>
      <dsp:txXfrm>
        <a:off x="5678136" y="630168"/>
        <a:ext cx="1298282" cy="76005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B1235D-55B9-4FD0-8361-696DD25A727A}">
      <dsp:nvSpPr>
        <dsp:cNvPr id="0" name=""/>
        <dsp:cNvSpPr/>
      </dsp:nvSpPr>
      <dsp:spPr>
        <a:xfrm>
          <a:off x="1674997" y="370637"/>
          <a:ext cx="3336068" cy="773992"/>
        </a:xfrm>
        <a:prstGeom prst="ellipse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57F8BA-44A1-418A-8058-7BC5A7F93B66}">
      <dsp:nvSpPr>
        <dsp:cNvPr id="0" name=""/>
        <dsp:cNvSpPr/>
      </dsp:nvSpPr>
      <dsp:spPr>
        <a:xfrm>
          <a:off x="2641441" y="2521055"/>
          <a:ext cx="542395" cy="347133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55FD1E-BE84-45C8-A8AF-C4EFE944AA63}">
      <dsp:nvSpPr>
        <dsp:cNvPr id="0" name=""/>
        <dsp:cNvSpPr/>
      </dsp:nvSpPr>
      <dsp:spPr>
        <a:xfrm>
          <a:off x="1610889" y="2798762"/>
          <a:ext cx="2603499" cy="650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300" kern="1200" dirty="0">
              <a:latin typeface="Aptos Display" panose="020B0004020202020204" pitchFamily="34" charset="0"/>
            </a:rPr>
            <a:t>Vertical </a:t>
          </a:r>
          <a:r>
            <a:rPr lang="pt-PT" sz="2300" kern="1200" dirty="0" err="1">
              <a:latin typeface="Aptos Display" panose="020B0004020202020204" pitchFamily="34" charset="0"/>
            </a:rPr>
            <a:t>Proof</a:t>
          </a:r>
          <a:endParaRPr lang="pt-PT" sz="2300" kern="1200" dirty="0">
            <a:latin typeface="Aptos Display" panose="020B0004020202020204" pitchFamily="34" charset="0"/>
          </a:endParaRPr>
        </a:p>
      </dsp:txBody>
      <dsp:txXfrm>
        <a:off x="1610889" y="2798762"/>
        <a:ext cx="2603499" cy="650874"/>
      </dsp:txXfrm>
    </dsp:sp>
    <dsp:sp modelId="{64293FE8-D950-4A4A-9090-64F362192F3E}">
      <dsp:nvSpPr>
        <dsp:cNvPr id="0" name=""/>
        <dsp:cNvSpPr/>
      </dsp:nvSpPr>
      <dsp:spPr>
        <a:xfrm>
          <a:off x="2526453" y="1188063"/>
          <a:ext cx="976312" cy="97631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000" kern="1200" dirty="0"/>
            <a:t>Industries</a:t>
          </a:r>
        </a:p>
      </dsp:txBody>
      <dsp:txXfrm>
        <a:off x="2669431" y="1331041"/>
        <a:ext cx="690356" cy="690356"/>
      </dsp:txXfrm>
    </dsp:sp>
    <dsp:sp modelId="{3B35947A-DE80-4604-8578-37B8CC76033E}">
      <dsp:nvSpPr>
        <dsp:cNvPr id="0" name=""/>
        <dsp:cNvSpPr/>
      </dsp:nvSpPr>
      <dsp:spPr>
        <a:xfrm>
          <a:off x="1827847" y="455612"/>
          <a:ext cx="976312" cy="97631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000" kern="1200" dirty="0" err="1"/>
            <a:t>Products</a:t>
          </a:r>
          <a:endParaRPr lang="pt-PT" sz="1000" kern="1200" dirty="0"/>
        </a:p>
      </dsp:txBody>
      <dsp:txXfrm>
        <a:off x="1970825" y="598590"/>
        <a:ext cx="690356" cy="690356"/>
      </dsp:txXfrm>
    </dsp:sp>
    <dsp:sp modelId="{2DE0A200-1D18-49EE-828D-6716B5A0D5AD}">
      <dsp:nvSpPr>
        <dsp:cNvPr id="0" name=""/>
        <dsp:cNvSpPr/>
      </dsp:nvSpPr>
      <dsp:spPr>
        <a:xfrm>
          <a:off x="2825855" y="219561"/>
          <a:ext cx="976312" cy="97631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000" kern="1200" dirty="0" err="1"/>
            <a:t>Customers</a:t>
          </a:r>
          <a:endParaRPr lang="pt-PT" sz="1000" kern="1200" dirty="0"/>
        </a:p>
      </dsp:txBody>
      <dsp:txXfrm>
        <a:off x="2968833" y="362539"/>
        <a:ext cx="690356" cy="690356"/>
      </dsp:txXfrm>
    </dsp:sp>
    <dsp:sp modelId="{16A6D4A0-7F28-497C-9576-64EC73BDC53E}">
      <dsp:nvSpPr>
        <dsp:cNvPr id="0" name=""/>
        <dsp:cNvSpPr/>
      </dsp:nvSpPr>
      <dsp:spPr>
        <a:xfrm>
          <a:off x="1393930" y="21695"/>
          <a:ext cx="3037416" cy="2429933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19FB1B-FE19-4A5E-8F41-8F8D5FB3A6C4}" type="datetimeFigureOut">
              <a:rPr lang="pt-PT" smtClean="0"/>
              <a:t>16/04/2026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FBCFFA-2BF0-4756-B007-AD35AE02CAD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6816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BCFFA-2BF0-4756-B007-AD35AE02CAD8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53802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BCFFA-2BF0-4756-B007-AD35AE02CAD8}" type="slidenum">
              <a:rPr lang="pt-PT" smtClean="0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815575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BCFFA-2BF0-4756-B007-AD35AE02CAD8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480828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BCFFA-2BF0-4756-B007-AD35AE02CAD8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090182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BCFFA-2BF0-4756-B007-AD35AE02CAD8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732592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BCFFA-2BF0-4756-B007-AD35AE02CAD8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554554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1" u="none" strike="noStrike" dirty="0">
              <a:solidFill>
                <a:srgbClr val="E0E0E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BCFFA-2BF0-4756-B007-AD35AE02CAD8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807307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BCFFA-2BF0-4756-B007-AD35AE02CAD8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41950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05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22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528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717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920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587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306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406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768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765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185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1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fld id="{67F45AC6-C491-4585-A584-9CE2AF7D5500}" type="datetime1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580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4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CEC4F-938E-8ADF-F082-6A531A1A87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82025" y="1355930"/>
            <a:ext cx="3609975" cy="2073070"/>
          </a:xfrm>
        </p:spPr>
        <p:txBody>
          <a:bodyPr>
            <a:normAutofit/>
          </a:bodyPr>
          <a:lstStyle/>
          <a:p>
            <a:r>
              <a:rPr lang="pt-PT" sz="4400" b="0" dirty="0" err="1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Retail</a:t>
            </a:r>
            <a:r>
              <a:rPr lang="pt-PT" sz="4400" b="0" dirty="0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pt-PT" sz="4400" b="0" dirty="0" err="1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Rental</a:t>
            </a:r>
            <a:r>
              <a:rPr lang="pt-PT" sz="4400" b="0" dirty="0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pt-PT" sz="4400" b="0" dirty="0" err="1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Society</a:t>
            </a:r>
            <a:endParaRPr lang="pt-PT" sz="4400" b="0" dirty="0">
              <a:ln w="0"/>
              <a:solidFill>
                <a:schemeClr val="tx2">
                  <a:lumMod val="75000"/>
                  <a:lumOff val="2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1246DB-9BDA-9D79-6382-6275400959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41864" y="5310811"/>
            <a:ext cx="1691640" cy="1319951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PT" b="1" dirty="0">
                <a:latin typeface="Goudy Old Style" panose="02020502050305020303" pitchFamily="18" charset="0"/>
              </a:rPr>
              <a:t>Beatriz Fernandes</a:t>
            </a:r>
            <a:br>
              <a:rPr lang="pt-PT" dirty="0">
                <a:latin typeface="Goudy Old Style" panose="02020502050305020303" pitchFamily="18" charset="0"/>
              </a:rPr>
            </a:br>
            <a:r>
              <a:rPr lang="pt-PT" dirty="0">
                <a:latin typeface="Goudy Old Style" panose="02020502050305020303" pitchFamily="18" charset="0"/>
              </a:rPr>
              <a:t>Final Project</a:t>
            </a:r>
            <a:br>
              <a:rPr lang="pt-PT" dirty="0">
                <a:latin typeface="Goudy Old Style" panose="02020502050305020303" pitchFamily="18" charset="0"/>
              </a:rPr>
            </a:br>
            <a:r>
              <a:rPr lang="pt-PT" dirty="0" err="1">
                <a:latin typeface="Goudy Old Style" panose="02020502050305020303" pitchFamily="18" charset="0"/>
              </a:rPr>
              <a:t>Ironhack</a:t>
            </a:r>
            <a:r>
              <a:rPr lang="pt-PT" dirty="0">
                <a:latin typeface="Goudy Old Style" panose="02020502050305020303" pitchFamily="18" charset="0"/>
              </a:rPr>
              <a:t> </a:t>
            </a:r>
            <a:r>
              <a:rPr lang="pt-PT" dirty="0" err="1">
                <a:latin typeface="Goudy Old Style" panose="02020502050305020303" pitchFamily="18" charset="0"/>
              </a:rPr>
              <a:t>Bootcamp</a:t>
            </a:r>
            <a:br>
              <a:rPr lang="pt-PT" dirty="0">
                <a:latin typeface="Goudy Old Style" panose="02020502050305020303" pitchFamily="18" charset="0"/>
              </a:rPr>
            </a:br>
            <a:r>
              <a:rPr lang="pt-PT" dirty="0" err="1">
                <a:latin typeface="Goudy Old Style" panose="02020502050305020303" pitchFamily="18" charset="0"/>
              </a:rPr>
              <a:t>April</a:t>
            </a:r>
            <a:r>
              <a:rPr lang="pt-PT" dirty="0">
                <a:latin typeface="Goudy Old Style" panose="02020502050305020303" pitchFamily="18" charset="0"/>
              </a:rPr>
              <a:t> 2026</a:t>
            </a:r>
            <a:br>
              <a:rPr lang="pt-PT" dirty="0"/>
            </a:br>
            <a:endParaRPr lang="pt-PT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76E5027-D456-CC6F-3496-626661ADC2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57226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4598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B790E-09EF-F565-6155-4CB8BAB5D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50" y="1252728"/>
            <a:ext cx="3218686" cy="4768815"/>
          </a:xfrm>
        </p:spPr>
        <p:txBody>
          <a:bodyPr>
            <a:normAutofit/>
          </a:bodyPr>
          <a:lstStyle/>
          <a:p>
            <a:r>
              <a:rPr lang="pt-PT" sz="3200" dirty="0" err="1"/>
              <a:t>The</a:t>
            </a:r>
            <a:br>
              <a:rPr lang="pt-PT" sz="3200" dirty="0"/>
            </a:br>
            <a:r>
              <a:rPr lang="pt-PT" sz="3200" dirty="0" err="1"/>
              <a:t>Unsustainable</a:t>
            </a:r>
            <a:br>
              <a:rPr lang="pt-PT" sz="3200" dirty="0"/>
            </a:br>
            <a:r>
              <a:rPr lang="pt-PT" sz="3200" dirty="0"/>
              <a:t>Loop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C31B719-DF5C-F8F3-90BE-6706BD17D4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1679486"/>
              </p:ext>
            </p:extLst>
          </p:nvPr>
        </p:nvGraphicFramePr>
        <p:xfrm>
          <a:off x="4021483" y="1252728"/>
          <a:ext cx="7536203" cy="47688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Arrow: Down 4">
            <a:extLst>
              <a:ext uri="{FF2B5EF4-FFF2-40B4-BE49-F238E27FC236}">
                <a16:creationId xmlns:a16="http://schemas.microsoft.com/office/drawing/2014/main" id="{11F3E078-7AAE-BB51-E342-7AB5CDA09FD1}"/>
              </a:ext>
            </a:extLst>
          </p:cNvPr>
          <p:cNvSpPr/>
          <p:nvPr/>
        </p:nvSpPr>
        <p:spPr>
          <a:xfrm>
            <a:off x="7664997" y="2461981"/>
            <a:ext cx="249174" cy="58102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ptos Display" panose="020B0004020202020204" pitchFamily="34" charset="0"/>
            </a:endParaRP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13740A26-B28B-6C27-C5FD-286197CABFDE}"/>
              </a:ext>
            </a:extLst>
          </p:cNvPr>
          <p:cNvSpPr/>
          <p:nvPr/>
        </p:nvSpPr>
        <p:spPr>
          <a:xfrm>
            <a:off x="7664997" y="4241107"/>
            <a:ext cx="249174" cy="58102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7108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9CEA2-DA08-D803-4C1C-25884BA2C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038CD6C4-F163-34FF-BC1F-2C5F8C89E5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56" b="1822"/>
          <a:stretch/>
        </p:blipFill>
        <p:spPr>
          <a:xfrm>
            <a:off x="2787331" y="1848521"/>
            <a:ext cx="6163450" cy="35258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779312-2876-B531-F9D4-405204DFE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48640"/>
            <a:ext cx="7098627" cy="603885"/>
          </a:xfrm>
        </p:spPr>
        <p:txBody>
          <a:bodyPr anchor="t">
            <a:normAutofit fontScale="90000"/>
          </a:bodyPr>
          <a:lstStyle/>
          <a:p>
            <a:r>
              <a:rPr lang="pt-PT" dirty="0" err="1"/>
              <a:t>What</a:t>
            </a:r>
            <a:r>
              <a:rPr lang="pt-PT" dirty="0"/>
              <a:t> does</a:t>
            </a:r>
            <a:br>
              <a:rPr lang="pt-PT" dirty="0"/>
            </a:br>
            <a:r>
              <a:rPr lang="pt-PT" dirty="0" err="1"/>
              <a:t>this</a:t>
            </a:r>
            <a:r>
              <a:rPr lang="pt-PT" dirty="0"/>
              <a:t> </a:t>
            </a:r>
            <a:r>
              <a:rPr lang="pt-PT" dirty="0" err="1"/>
              <a:t>mean</a:t>
            </a:r>
            <a:r>
              <a:rPr lang="pt-PT" dirty="0"/>
              <a:t>?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60B523B-50EB-E186-262A-B724E9475D62}"/>
              </a:ext>
            </a:extLst>
          </p:cNvPr>
          <p:cNvSpPr/>
          <p:nvPr/>
        </p:nvSpPr>
        <p:spPr>
          <a:xfrm>
            <a:off x="369874" y="2366922"/>
            <a:ext cx="1800883" cy="1330415"/>
          </a:xfrm>
          <a:custGeom>
            <a:avLst/>
            <a:gdLst>
              <a:gd name="connsiteX0" fmla="*/ 0 w 1613033"/>
              <a:gd name="connsiteY0" fmla="*/ 133042 h 1330415"/>
              <a:gd name="connsiteX1" fmla="*/ 133042 w 1613033"/>
              <a:gd name="connsiteY1" fmla="*/ 0 h 1330415"/>
              <a:gd name="connsiteX2" fmla="*/ 1479992 w 1613033"/>
              <a:gd name="connsiteY2" fmla="*/ 0 h 1330415"/>
              <a:gd name="connsiteX3" fmla="*/ 1613034 w 1613033"/>
              <a:gd name="connsiteY3" fmla="*/ 133042 h 1330415"/>
              <a:gd name="connsiteX4" fmla="*/ 1613033 w 1613033"/>
              <a:gd name="connsiteY4" fmla="*/ 1197374 h 1330415"/>
              <a:gd name="connsiteX5" fmla="*/ 1479991 w 1613033"/>
              <a:gd name="connsiteY5" fmla="*/ 1330416 h 1330415"/>
              <a:gd name="connsiteX6" fmla="*/ 133042 w 1613033"/>
              <a:gd name="connsiteY6" fmla="*/ 1330415 h 1330415"/>
              <a:gd name="connsiteX7" fmla="*/ 0 w 1613033"/>
              <a:gd name="connsiteY7" fmla="*/ 1197373 h 1330415"/>
              <a:gd name="connsiteX8" fmla="*/ 0 w 1613033"/>
              <a:gd name="connsiteY8" fmla="*/ 133042 h 1330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13033" h="1330415">
                <a:moveTo>
                  <a:pt x="0" y="133042"/>
                </a:moveTo>
                <a:cubicBezTo>
                  <a:pt x="0" y="59565"/>
                  <a:pt x="59565" y="0"/>
                  <a:pt x="133042" y="0"/>
                </a:cubicBezTo>
                <a:lnTo>
                  <a:pt x="1479992" y="0"/>
                </a:lnTo>
                <a:cubicBezTo>
                  <a:pt x="1553469" y="0"/>
                  <a:pt x="1613034" y="59565"/>
                  <a:pt x="1613034" y="133042"/>
                </a:cubicBezTo>
                <a:cubicBezTo>
                  <a:pt x="1613034" y="487819"/>
                  <a:pt x="1613033" y="842597"/>
                  <a:pt x="1613033" y="1197374"/>
                </a:cubicBezTo>
                <a:cubicBezTo>
                  <a:pt x="1613033" y="1270851"/>
                  <a:pt x="1553468" y="1330416"/>
                  <a:pt x="1479991" y="1330416"/>
                </a:cubicBezTo>
                <a:lnTo>
                  <a:pt x="133042" y="1330415"/>
                </a:lnTo>
                <a:cubicBezTo>
                  <a:pt x="59565" y="1330415"/>
                  <a:pt x="0" y="1270850"/>
                  <a:pt x="0" y="1197373"/>
                </a:cubicBezTo>
                <a:lnTo>
                  <a:pt x="0" y="133042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477" tIns="53477" rIns="53477" bIns="338566" numCol="1" spcCol="1270" anchor="t" anchorCtr="0">
            <a:noAutofit/>
          </a:bodyPr>
          <a:lstStyle/>
          <a:p>
            <a:pPr marL="114300" lvl="1" indent="-114300" algn="l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pt-PT" sz="1200" kern="1200" dirty="0">
                <a:latin typeface="Aptos" panose="020B0004020202020204" pitchFamily="34" charset="0"/>
              </a:rPr>
              <a:t>E-</a:t>
            </a:r>
            <a:r>
              <a:rPr lang="pt-PT" sz="1200" kern="1200" dirty="0" err="1">
                <a:latin typeface="Aptos" panose="020B0004020202020204" pitchFamily="34" charset="0"/>
              </a:rPr>
              <a:t>Waste</a:t>
            </a:r>
            <a:endParaRPr lang="pt-PT" sz="1200" kern="1200" dirty="0">
              <a:latin typeface="Aptos" panose="020B0004020202020204" pitchFamily="34" charset="0"/>
            </a:endParaRPr>
          </a:p>
          <a:p>
            <a:pPr marL="114300" lvl="1" indent="-114300" algn="l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pt-PT" sz="1200" kern="1200" dirty="0" err="1">
                <a:latin typeface="Aptos" panose="020B0004020202020204" pitchFamily="34" charset="0"/>
              </a:rPr>
              <a:t>Recycle</a:t>
            </a:r>
            <a:r>
              <a:rPr lang="pt-PT" sz="1200" kern="1200" dirty="0">
                <a:latin typeface="Aptos" panose="020B0004020202020204" pitchFamily="34" charset="0"/>
              </a:rPr>
              <a:t> </a:t>
            </a:r>
            <a:r>
              <a:rPr lang="pt-PT" sz="1200" kern="1200" dirty="0" err="1">
                <a:latin typeface="Aptos" panose="020B0004020202020204" pitchFamily="34" charset="0"/>
              </a:rPr>
              <a:t>can’t</a:t>
            </a:r>
            <a:r>
              <a:rPr lang="pt-PT" sz="1200" kern="1200" dirty="0">
                <a:latin typeface="Aptos" panose="020B0004020202020204" pitchFamily="34" charset="0"/>
              </a:rPr>
              <a:t> </a:t>
            </a:r>
            <a:r>
              <a:rPr lang="pt-PT" sz="1200" kern="1200" dirty="0" err="1">
                <a:latin typeface="Aptos" panose="020B0004020202020204" pitchFamily="34" charset="0"/>
              </a:rPr>
              <a:t>keep</a:t>
            </a:r>
            <a:r>
              <a:rPr lang="pt-PT" sz="1200" kern="1200" dirty="0">
                <a:latin typeface="Aptos" panose="020B0004020202020204" pitchFamily="34" charset="0"/>
              </a:rPr>
              <a:t> </a:t>
            </a:r>
            <a:r>
              <a:rPr lang="pt-PT" sz="1200" kern="1200" dirty="0" err="1">
                <a:latin typeface="Aptos" panose="020B0004020202020204" pitchFamily="34" charset="0"/>
              </a:rPr>
              <a:t>up</a:t>
            </a:r>
            <a:endParaRPr lang="pt-PT" sz="1200" kern="1200" dirty="0">
              <a:latin typeface="Aptos" panose="020B0004020202020204" pitchFamily="34" charset="0"/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73BB072B-138C-6F9A-A7ED-068780508DB0}"/>
              </a:ext>
            </a:extLst>
          </p:cNvPr>
          <p:cNvSpPr/>
          <p:nvPr/>
        </p:nvSpPr>
        <p:spPr>
          <a:xfrm>
            <a:off x="1270316" y="2321764"/>
            <a:ext cx="1970905" cy="1970905"/>
          </a:xfrm>
          <a:prstGeom prst="leftCircularArrow">
            <a:avLst>
              <a:gd name="adj1" fmla="val 4122"/>
              <a:gd name="adj2" fmla="val 519139"/>
              <a:gd name="adj3" fmla="val 2294650"/>
              <a:gd name="adj4" fmla="val 9024489"/>
              <a:gd name="adj5" fmla="val 4809"/>
            </a:avLst>
          </a:pr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pt-PT" dirty="0">
              <a:latin typeface="Aptos" panose="020B0004020202020204" pitchFamily="34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793256D-4702-6812-FD6C-81BFD6298C50}"/>
              </a:ext>
            </a:extLst>
          </p:cNvPr>
          <p:cNvSpPr/>
          <p:nvPr/>
        </p:nvSpPr>
        <p:spPr>
          <a:xfrm>
            <a:off x="758477" y="3180214"/>
            <a:ext cx="1433807" cy="570177"/>
          </a:xfrm>
          <a:custGeom>
            <a:avLst/>
            <a:gdLst>
              <a:gd name="connsiteX0" fmla="*/ 0 w 1433807"/>
              <a:gd name="connsiteY0" fmla="*/ 57018 h 570177"/>
              <a:gd name="connsiteX1" fmla="*/ 57018 w 1433807"/>
              <a:gd name="connsiteY1" fmla="*/ 0 h 570177"/>
              <a:gd name="connsiteX2" fmla="*/ 1376789 w 1433807"/>
              <a:gd name="connsiteY2" fmla="*/ 0 h 570177"/>
              <a:gd name="connsiteX3" fmla="*/ 1433807 w 1433807"/>
              <a:gd name="connsiteY3" fmla="*/ 57018 h 570177"/>
              <a:gd name="connsiteX4" fmla="*/ 1433807 w 1433807"/>
              <a:gd name="connsiteY4" fmla="*/ 513159 h 570177"/>
              <a:gd name="connsiteX5" fmla="*/ 1376789 w 1433807"/>
              <a:gd name="connsiteY5" fmla="*/ 570177 h 570177"/>
              <a:gd name="connsiteX6" fmla="*/ 57018 w 1433807"/>
              <a:gd name="connsiteY6" fmla="*/ 570177 h 570177"/>
              <a:gd name="connsiteX7" fmla="*/ 0 w 1433807"/>
              <a:gd name="connsiteY7" fmla="*/ 513159 h 570177"/>
              <a:gd name="connsiteX8" fmla="*/ 0 w 1433807"/>
              <a:gd name="connsiteY8" fmla="*/ 57018 h 570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33807" h="570177">
                <a:moveTo>
                  <a:pt x="0" y="57018"/>
                </a:moveTo>
                <a:cubicBezTo>
                  <a:pt x="0" y="25528"/>
                  <a:pt x="25528" y="0"/>
                  <a:pt x="57018" y="0"/>
                </a:cubicBezTo>
                <a:lnTo>
                  <a:pt x="1376789" y="0"/>
                </a:lnTo>
                <a:cubicBezTo>
                  <a:pt x="1408279" y="0"/>
                  <a:pt x="1433807" y="25528"/>
                  <a:pt x="1433807" y="57018"/>
                </a:cubicBezTo>
                <a:lnTo>
                  <a:pt x="1433807" y="513159"/>
                </a:lnTo>
                <a:cubicBezTo>
                  <a:pt x="1433807" y="544649"/>
                  <a:pt x="1408279" y="570177"/>
                  <a:pt x="1376789" y="570177"/>
                </a:cubicBezTo>
                <a:lnTo>
                  <a:pt x="57018" y="570177"/>
                </a:lnTo>
                <a:cubicBezTo>
                  <a:pt x="25528" y="570177"/>
                  <a:pt x="0" y="544649"/>
                  <a:pt x="0" y="513159"/>
                </a:cubicBezTo>
                <a:lnTo>
                  <a:pt x="0" y="5701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9560" tIns="31940" rIns="39560" bIns="3194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pt-PT" sz="1200" kern="1200" dirty="0" err="1">
                <a:latin typeface="Aptos" panose="020B0004020202020204" pitchFamily="34" charset="0"/>
              </a:rPr>
              <a:t>Unleashed</a:t>
            </a:r>
            <a:r>
              <a:rPr lang="pt-PT" sz="1200" kern="1200" dirty="0">
                <a:latin typeface="Aptos" panose="020B0004020202020204" pitchFamily="34" charset="0"/>
              </a:rPr>
              <a:t> </a:t>
            </a:r>
            <a:r>
              <a:rPr lang="pt-PT" sz="1200" kern="1200" dirty="0" err="1">
                <a:latin typeface="Aptos" panose="020B0004020202020204" pitchFamily="34" charset="0"/>
              </a:rPr>
              <a:t>Production</a:t>
            </a:r>
            <a:endParaRPr lang="pt-PT" sz="1200" kern="1200" dirty="0">
              <a:latin typeface="Aptos" panose="020B0004020202020204" pitchFamily="34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5F44941-5BC4-081D-E34D-A906F6DE4E54}"/>
              </a:ext>
            </a:extLst>
          </p:cNvPr>
          <p:cNvSpPr/>
          <p:nvPr/>
        </p:nvSpPr>
        <p:spPr>
          <a:xfrm>
            <a:off x="2579130" y="2134887"/>
            <a:ext cx="1866715" cy="1330415"/>
          </a:xfrm>
          <a:custGeom>
            <a:avLst/>
            <a:gdLst>
              <a:gd name="connsiteX0" fmla="*/ 0 w 1613033"/>
              <a:gd name="connsiteY0" fmla="*/ 133042 h 1330415"/>
              <a:gd name="connsiteX1" fmla="*/ 133042 w 1613033"/>
              <a:gd name="connsiteY1" fmla="*/ 0 h 1330415"/>
              <a:gd name="connsiteX2" fmla="*/ 1479992 w 1613033"/>
              <a:gd name="connsiteY2" fmla="*/ 0 h 1330415"/>
              <a:gd name="connsiteX3" fmla="*/ 1613034 w 1613033"/>
              <a:gd name="connsiteY3" fmla="*/ 133042 h 1330415"/>
              <a:gd name="connsiteX4" fmla="*/ 1613033 w 1613033"/>
              <a:gd name="connsiteY4" fmla="*/ 1197374 h 1330415"/>
              <a:gd name="connsiteX5" fmla="*/ 1479991 w 1613033"/>
              <a:gd name="connsiteY5" fmla="*/ 1330416 h 1330415"/>
              <a:gd name="connsiteX6" fmla="*/ 133042 w 1613033"/>
              <a:gd name="connsiteY6" fmla="*/ 1330415 h 1330415"/>
              <a:gd name="connsiteX7" fmla="*/ 0 w 1613033"/>
              <a:gd name="connsiteY7" fmla="*/ 1197373 h 1330415"/>
              <a:gd name="connsiteX8" fmla="*/ 0 w 1613033"/>
              <a:gd name="connsiteY8" fmla="*/ 133042 h 1330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13033" h="1330415">
                <a:moveTo>
                  <a:pt x="0" y="133042"/>
                </a:moveTo>
                <a:cubicBezTo>
                  <a:pt x="0" y="59565"/>
                  <a:pt x="59565" y="0"/>
                  <a:pt x="133042" y="0"/>
                </a:cubicBezTo>
                <a:lnTo>
                  <a:pt x="1479992" y="0"/>
                </a:lnTo>
                <a:cubicBezTo>
                  <a:pt x="1553469" y="0"/>
                  <a:pt x="1613034" y="59565"/>
                  <a:pt x="1613034" y="133042"/>
                </a:cubicBezTo>
                <a:cubicBezTo>
                  <a:pt x="1613034" y="487819"/>
                  <a:pt x="1613033" y="842597"/>
                  <a:pt x="1613033" y="1197374"/>
                </a:cubicBezTo>
                <a:cubicBezTo>
                  <a:pt x="1613033" y="1270851"/>
                  <a:pt x="1553468" y="1330416"/>
                  <a:pt x="1479991" y="1330416"/>
                </a:cubicBezTo>
                <a:lnTo>
                  <a:pt x="133042" y="1330415"/>
                </a:lnTo>
                <a:cubicBezTo>
                  <a:pt x="59565" y="1330415"/>
                  <a:pt x="0" y="1270850"/>
                  <a:pt x="0" y="1197373"/>
                </a:cubicBezTo>
                <a:lnTo>
                  <a:pt x="0" y="133042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477" tIns="338566" rIns="53477" bIns="53477" numCol="1" spcCol="1270" anchor="t" anchorCtr="0">
            <a:noAutofit/>
          </a:bodyPr>
          <a:lstStyle/>
          <a:p>
            <a:pPr marL="114300" lvl="1" indent="-114300" algn="l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pt-PT" sz="1200" kern="1200" dirty="0" err="1">
                <a:latin typeface="Aptos" panose="020B0004020202020204" pitchFamily="34" charset="0"/>
              </a:rPr>
              <a:t>Items</a:t>
            </a:r>
            <a:r>
              <a:rPr lang="pt-PT" sz="1200" kern="1200" dirty="0">
                <a:latin typeface="Aptos" panose="020B0004020202020204" pitchFamily="34" charset="0"/>
              </a:rPr>
              <a:t> </a:t>
            </a:r>
            <a:r>
              <a:rPr lang="pt-PT" sz="1200" kern="1200" dirty="0" err="1">
                <a:latin typeface="Aptos" panose="020B0004020202020204" pitchFamily="34" charset="0"/>
              </a:rPr>
              <a:t>unsold</a:t>
            </a:r>
            <a:r>
              <a:rPr lang="pt-PT" sz="1200" kern="1200" dirty="0">
                <a:latin typeface="Aptos" panose="020B0004020202020204" pitchFamily="34" charset="0"/>
              </a:rPr>
              <a:t> for </a:t>
            </a:r>
            <a:r>
              <a:rPr lang="pt-PT" sz="1200" kern="1200" dirty="0" err="1">
                <a:latin typeface="Aptos" panose="020B0004020202020204" pitchFamily="34" charset="0"/>
              </a:rPr>
              <a:t>months</a:t>
            </a:r>
            <a:endParaRPr lang="pt-PT" sz="1200" kern="1200" dirty="0">
              <a:latin typeface="Aptos" panose="020B0004020202020204" pitchFamily="34" charset="0"/>
            </a:endParaRPr>
          </a:p>
          <a:p>
            <a:pPr marL="114300" lvl="1" indent="-114300" algn="l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pt-PT" sz="1200" kern="1200" dirty="0" err="1">
                <a:latin typeface="Aptos" panose="020B0004020202020204" pitchFamily="34" charset="0"/>
              </a:rPr>
              <a:t>Lose</a:t>
            </a:r>
            <a:r>
              <a:rPr lang="pt-PT" sz="1200" kern="1200" dirty="0">
                <a:latin typeface="Aptos" panose="020B0004020202020204" pitchFamily="34" charset="0"/>
              </a:rPr>
              <a:t> </a:t>
            </a:r>
            <a:r>
              <a:rPr lang="pt-PT" sz="1200" kern="1200" dirty="0" err="1">
                <a:latin typeface="Aptos" panose="020B0004020202020204" pitchFamily="34" charset="0"/>
              </a:rPr>
              <a:t>revenue</a:t>
            </a:r>
            <a:r>
              <a:rPr lang="pt-PT" sz="1200" kern="1200" dirty="0">
                <a:latin typeface="Aptos" panose="020B0004020202020204" pitchFamily="34" charset="0"/>
              </a:rPr>
              <a:t> </a:t>
            </a:r>
            <a:r>
              <a:rPr lang="pt-PT" sz="1200" kern="1200" dirty="0" err="1">
                <a:latin typeface="Aptos" panose="020B0004020202020204" pitchFamily="34" charset="0"/>
              </a:rPr>
              <a:t>on</a:t>
            </a:r>
            <a:r>
              <a:rPr lang="pt-PT" sz="1200" kern="1200" dirty="0">
                <a:latin typeface="Aptos" panose="020B0004020202020204" pitchFamily="34" charset="0"/>
              </a:rPr>
              <a:t> </a:t>
            </a:r>
            <a:r>
              <a:rPr lang="pt-PT" sz="1200" kern="1200" dirty="0" err="1">
                <a:latin typeface="Aptos" panose="020B0004020202020204" pitchFamily="34" charset="0"/>
              </a:rPr>
              <a:t>stale</a:t>
            </a:r>
            <a:r>
              <a:rPr lang="pt-PT" sz="1200" kern="1200" dirty="0">
                <a:latin typeface="Aptos" panose="020B0004020202020204" pitchFamily="34" charset="0"/>
              </a:rPr>
              <a:t> </a:t>
            </a:r>
            <a:r>
              <a:rPr lang="pt-PT" sz="1200" kern="1200" dirty="0" err="1">
                <a:latin typeface="Aptos" panose="020B0004020202020204" pitchFamily="34" charset="0"/>
              </a:rPr>
              <a:t>inventory</a:t>
            </a:r>
            <a:endParaRPr lang="pt-PT" sz="1200" kern="1200" dirty="0">
              <a:latin typeface="Aptos" panose="020B0004020202020204" pitchFamily="34" charset="0"/>
            </a:endParaRPr>
          </a:p>
          <a:p>
            <a:pPr marL="114300" lvl="1" indent="-114300" algn="l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pt-PT" sz="1200" kern="1200" dirty="0">
              <a:latin typeface="Aptos" panose="020B0004020202020204" pitchFamily="34" charset="0"/>
            </a:endParaRPr>
          </a:p>
        </p:txBody>
      </p:sp>
      <p:sp>
        <p:nvSpPr>
          <p:cNvPr id="15" name="Arrow: Circular 14">
            <a:extLst>
              <a:ext uri="{FF2B5EF4-FFF2-40B4-BE49-F238E27FC236}">
                <a16:creationId xmlns:a16="http://schemas.microsoft.com/office/drawing/2014/main" id="{F97AF64C-F02D-3D64-5825-A5BCDE949C1D}"/>
              </a:ext>
            </a:extLst>
          </p:cNvPr>
          <p:cNvSpPr/>
          <p:nvPr/>
        </p:nvSpPr>
        <p:spPr>
          <a:xfrm>
            <a:off x="3435978" y="1255357"/>
            <a:ext cx="2177015" cy="2177015"/>
          </a:xfrm>
          <a:prstGeom prst="circularArrow">
            <a:avLst>
              <a:gd name="adj1" fmla="val 3732"/>
              <a:gd name="adj2" fmla="val 465579"/>
              <a:gd name="adj3" fmla="val 19358910"/>
              <a:gd name="adj4" fmla="val 12575511"/>
              <a:gd name="adj5" fmla="val 4354"/>
            </a:avLst>
          </a:pr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pt-PT" dirty="0">
              <a:latin typeface="Aptos" panose="020B0004020202020204" pitchFamily="34" charset="0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2AE4B36-025B-0E7B-D7C9-B12ACFE445F9}"/>
              </a:ext>
            </a:extLst>
          </p:cNvPr>
          <p:cNvSpPr/>
          <p:nvPr/>
        </p:nvSpPr>
        <p:spPr>
          <a:xfrm>
            <a:off x="2937582" y="1849798"/>
            <a:ext cx="1433807" cy="570177"/>
          </a:xfrm>
          <a:custGeom>
            <a:avLst/>
            <a:gdLst>
              <a:gd name="connsiteX0" fmla="*/ 0 w 1433807"/>
              <a:gd name="connsiteY0" fmla="*/ 57018 h 570177"/>
              <a:gd name="connsiteX1" fmla="*/ 57018 w 1433807"/>
              <a:gd name="connsiteY1" fmla="*/ 0 h 570177"/>
              <a:gd name="connsiteX2" fmla="*/ 1376789 w 1433807"/>
              <a:gd name="connsiteY2" fmla="*/ 0 h 570177"/>
              <a:gd name="connsiteX3" fmla="*/ 1433807 w 1433807"/>
              <a:gd name="connsiteY3" fmla="*/ 57018 h 570177"/>
              <a:gd name="connsiteX4" fmla="*/ 1433807 w 1433807"/>
              <a:gd name="connsiteY4" fmla="*/ 513159 h 570177"/>
              <a:gd name="connsiteX5" fmla="*/ 1376789 w 1433807"/>
              <a:gd name="connsiteY5" fmla="*/ 570177 h 570177"/>
              <a:gd name="connsiteX6" fmla="*/ 57018 w 1433807"/>
              <a:gd name="connsiteY6" fmla="*/ 570177 h 570177"/>
              <a:gd name="connsiteX7" fmla="*/ 0 w 1433807"/>
              <a:gd name="connsiteY7" fmla="*/ 513159 h 570177"/>
              <a:gd name="connsiteX8" fmla="*/ 0 w 1433807"/>
              <a:gd name="connsiteY8" fmla="*/ 57018 h 570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33807" h="570177">
                <a:moveTo>
                  <a:pt x="0" y="57018"/>
                </a:moveTo>
                <a:cubicBezTo>
                  <a:pt x="0" y="25528"/>
                  <a:pt x="25528" y="0"/>
                  <a:pt x="57018" y="0"/>
                </a:cubicBezTo>
                <a:lnTo>
                  <a:pt x="1376789" y="0"/>
                </a:lnTo>
                <a:cubicBezTo>
                  <a:pt x="1408279" y="0"/>
                  <a:pt x="1433807" y="25528"/>
                  <a:pt x="1433807" y="57018"/>
                </a:cubicBezTo>
                <a:lnTo>
                  <a:pt x="1433807" y="513159"/>
                </a:lnTo>
                <a:cubicBezTo>
                  <a:pt x="1433807" y="544649"/>
                  <a:pt x="1408279" y="570177"/>
                  <a:pt x="1376789" y="570177"/>
                </a:cubicBezTo>
                <a:lnTo>
                  <a:pt x="57018" y="570177"/>
                </a:lnTo>
                <a:cubicBezTo>
                  <a:pt x="25528" y="570177"/>
                  <a:pt x="0" y="544649"/>
                  <a:pt x="0" y="513159"/>
                </a:cubicBezTo>
                <a:lnTo>
                  <a:pt x="0" y="5701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9560" tIns="31940" rIns="39560" bIns="3194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pt-PT" sz="1200" kern="1200" dirty="0" err="1">
                <a:latin typeface="Aptos" panose="020B0004020202020204" pitchFamily="34" charset="0"/>
              </a:rPr>
              <a:t>Markdown</a:t>
            </a:r>
            <a:r>
              <a:rPr lang="pt-PT" sz="1200" kern="1200" dirty="0">
                <a:latin typeface="Aptos" panose="020B0004020202020204" pitchFamily="34" charset="0"/>
              </a:rPr>
              <a:t>, Clearance, </a:t>
            </a:r>
            <a:r>
              <a:rPr lang="pt-PT" sz="1200" kern="1200" dirty="0" err="1">
                <a:latin typeface="Aptos" panose="020B0004020202020204" pitchFamily="34" charset="0"/>
              </a:rPr>
              <a:t>Discount</a:t>
            </a:r>
            <a:endParaRPr lang="pt-PT" sz="1200" kern="1200" dirty="0">
              <a:latin typeface="Aptos" panose="020B0004020202020204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0964337-E69F-2A59-CD6A-B773E047B7DA}"/>
              </a:ext>
            </a:extLst>
          </p:cNvPr>
          <p:cNvSpPr/>
          <p:nvPr/>
        </p:nvSpPr>
        <p:spPr>
          <a:xfrm>
            <a:off x="4809910" y="2407762"/>
            <a:ext cx="1613033" cy="1330415"/>
          </a:xfrm>
          <a:custGeom>
            <a:avLst/>
            <a:gdLst>
              <a:gd name="connsiteX0" fmla="*/ 0 w 1613033"/>
              <a:gd name="connsiteY0" fmla="*/ 133042 h 1330415"/>
              <a:gd name="connsiteX1" fmla="*/ 133042 w 1613033"/>
              <a:gd name="connsiteY1" fmla="*/ 0 h 1330415"/>
              <a:gd name="connsiteX2" fmla="*/ 1479992 w 1613033"/>
              <a:gd name="connsiteY2" fmla="*/ 0 h 1330415"/>
              <a:gd name="connsiteX3" fmla="*/ 1613034 w 1613033"/>
              <a:gd name="connsiteY3" fmla="*/ 133042 h 1330415"/>
              <a:gd name="connsiteX4" fmla="*/ 1613033 w 1613033"/>
              <a:gd name="connsiteY4" fmla="*/ 1197374 h 1330415"/>
              <a:gd name="connsiteX5" fmla="*/ 1479991 w 1613033"/>
              <a:gd name="connsiteY5" fmla="*/ 1330416 h 1330415"/>
              <a:gd name="connsiteX6" fmla="*/ 133042 w 1613033"/>
              <a:gd name="connsiteY6" fmla="*/ 1330415 h 1330415"/>
              <a:gd name="connsiteX7" fmla="*/ 0 w 1613033"/>
              <a:gd name="connsiteY7" fmla="*/ 1197373 h 1330415"/>
              <a:gd name="connsiteX8" fmla="*/ 0 w 1613033"/>
              <a:gd name="connsiteY8" fmla="*/ 133042 h 1330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13033" h="1330415">
                <a:moveTo>
                  <a:pt x="0" y="133042"/>
                </a:moveTo>
                <a:cubicBezTo>
                  <a:pt x="0" y="59565"/>
                  <a:pt x="59565" y="0"/>
                  <a:pt x="133042" y="0"/>
                </a:cubicBezTo>
                <a:lnTo>
                  <a:pt x="1479992" y="0"/>
                </a:lnTo>
                <a:cubicBezTo>
                  <a:pt x="1553469" y="0"/>
                  <a:pt x="1613034" y="59565"/>
                  <a:pt x="1613034" y="133042"/>
                </a:cubicBezTo>
                <a:cubicBezTo>
                  <a:pt x="1613034" y="487819"/>
                  <a:pt x="1613033" y="842597"/>
                  <a:pt x="1613033" y="1197374"/>
                </a:cubicBezTo>
                <a:cubicBezTo>
                  <a:pt x="1613033" y="1270851"/>
                  <a:pt x="1553468" y="1330416"/>
                  <a:pt x="1479991" y="1330416"/>
                </a:cubicBezTo>
                <a:lnTo>
                  <a:pt x="133042" y="1330415"/>
                </a:lnTo>
                <a:cubicBezTo>
                  <a:pt x="59565" y="1330415"/>
                  <a:pt x="0" y="1270850"/>
                  <a:pt x="0" y="1197373"/>
                </a:cubicBezTo>
                <a:lnTo>
                  <a:pt x="0" y="133042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477" tIns="53477" rIns="53477" bIns="338566" numCol="1" spcCol="1270" anchor="t" anchorCtr="0">
            <a:noAutofit/>
          </a:bodyPr>
          <a:lstStyle/>
          <a:p>
            <a:pPr marL="114300" lvl="1" indent="-114300" algn="l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pt-PT" sz="1200" kern="1200" dirty="0" err="1">
                <a:latin typeface="Aptos" panose="020B0004020202020204" pitchFamily="34" charset="0"/>
              </a:rPr>
              <a:t>Don’t</a:t>
            </a:r>
            <a:r>
              <a:rPr lang="pt-PT" sz="1200" kern="1200" dirty="0">
                <a:latin typeface="Aptos" panose="020B0004020202020204" pitchFamily="34" charset="0"/>
              </a:rPr>
              <a:t> </a:t>
            </a:r>
            <a:r>
              <a:rPr lang="pt-PT" sz="1200" kern="1200" dirty="0" err="1">
                <a:latin typeface="Aptos" panose="020B0004020202020204" pitchFamily="34" charset="0"/>
              </a:rPr>
              <a:t>buy</a:t>
            </a:r>
            <a:r>
              <a:rPr lang="pt-PT" sz="1200" kern="1200" dirty="0">
                <a:latin typeface="Aptos" panose="020B0004020202020204" pitchFamily="34" charset="0"/>
              </a:rPr>
              <a:t> </a:t>
            </a:r>
            <a:r>
              <a:rPr lang="pt-PT" sz="1200" kern="1200" dirty="0" err="1">
                <a:latin typeface="Aptos" panose="020B0004020202020204" pitchFamily="34" charset="0"/>
              </a:rPr>
              <a:t>enough</a:t>
            </a:r>
            <a:endParaRPr lang="pt-PT" sz="1200" kern="1200" dirty="0">
              <a:latin typeface="Aptos" panose="020B0004020202020204" pitchFamily="34" charset="0"/>
            </a:endParaRPr>
          </a:p>
          <a:p>
            <a:pPr marL="114300" lvl="1" indent="-114300" algn="l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pt-PT" sz="1200" kern="1200" dirty="0" err="1">
                <a:latin typeface="Aptos" panose="020B0004020202020204" pitchFamily="34" charset="0"/>
              </a:rPr>
              <a:t>Get</a:t>
            </a:r>
            <a:r>
              <a:rPr lang="pt-PT" sz="1200" kern="1200" dirty="0">
                <a:latin typeface="Aptos" panose="020B0004020202020204" pitchFamily="34" charset="0"/>
              </a:rPr>
              <a:t> </a:t>
            </a:r>
            <a:r>
              <a:rPr lang="pt-PT" sz="1200" kern="1200" dirty="0" err="1">
                <a:latin typeface="Aptos" panose="020B0004020202020204" pitchFamily="34" charset="0"/>
              </a:rPr>
              <a:t>deals</a:t>
            </a:r>
            <a:r>
              <a:rPr lang="pt-PT" sz="1200" kern="1200" dirty="0">
                <a:latin typeface="Aptos" panose="020B0004020202020204" pitchFamily="34" charset="0"/>
              </a:rPr>
              <a:t> </a:t>
            </a:r>
            <a:r>
              <a:rPr lang="pt-PT" sz="1200" kern="1200" dirty="0" err="1">
                <a:latin typeface="Aptos" panose="020B0004020202020204" pitchFamily="34" charset="0"/>
              </a:rPr>
              <a:t>from</a:t>
            </a:r>
            <a:r>
              <a:rPr lang="pt-PT" sz="1200" kern="1200" dirty="0">
                <a:latin typeface="Aptos" panose="020B0004020202020204" pitchFamily="34" charset="0"/>
              </a:rPr>
              <a:t> </a:t>
            </a:r>
            <a:r>
              <a:rPr lang="pt-PT" sz="1200" kern="1200" dirty="0" err="1">
                <a:latin typeface="Aptos" panose="020B0004020202020204" pitchFamily="34" charset="0"/>
              </a:rPr>
              <a:t>older</a:t>
            </a:r>
            <a:r>
              <a:rPr lang="pt-PT" sz="1200" kern="1200" dirty="0">
                <a:latin typeface="Aptos" panose="020B0004020202020204" pitchFamily="34" charset="0"/>
              </a:rPr>
              <a:t> </a:t>
            </a:r>
            <a:r>
              <a:rPr lang="pt-PT" sz="1200" kern="1200" dirty="0" err="1">
                <a:latin typeface="Aptos" panose="020B0004020202020204" pitchFamily="34" charset="0"/>
              </a:rPr>
              <a:t>models</a:t>
            </a:r>
            <a:endParaRPr lang="pt-PT" sz="1200" kern="1200" dirty="0">
              <a:latin typeface="Aptos" panose="020B0004020202020204" pitchFamily="34" charset="0"/>
            </a:endParaRPr>
          </a:p>
          <a:p>
            <a:pPr marL="114300" lvl="1" indent="-114300" algn="l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pt-PT" sz="1200" kern="1200" dirty="0">
              <a:latin typeface="Aptos" panose="020B0004020202020204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68CD310-E85A-7658-4FF5-1FDFEA7DB5B2}"/>
              </a:ext>
            </a:extLst>
          </p:cNvPr>
          <p:cNvSpPr/>
          <p:nvPr/>
        </p:nvSpPr>
        <p:spPr>
          <a:xfrm>
            <a:off x="5018698" y="3388712"/>
            <a:ext cx="1433807" cy="570177"/>
          </a:xfrm>
          <a:custGeom>
            <a:avLst/>
            <a:gdLst>
              <a:gd name="connsiteX0" fmla="*/ 0 w 1433807"/>
              <a:gd name="connsiteY0" fmla="*/ 57018 h 570177"/>
              <a:gd name="connsiteX1" fmla="*/ 57018 w 1433807"/>
              <a:gd name="connsiteY1" fmla="*/ 0 h 570177"/>
              <a:gd name="connsiteX2" fmla="*/ 1376789 w 1433807"/>
              <a:gd name="connsiteY2" fmla="*/ 0 h 570177"/>
              <a:gd name="connsiteX3" fmla="*/ 1433807 w 1433807"/>
              <a:gd name="connsiteY3" fmla="*/ 57018 h 570177"/>
              <a:gd name="connsiteX4" fmla="*/ 1433807 w 1433807"/>
              <a:gd name="connsiteY4" fmla="*/ 513159 h 570177"/>
              <a:gd name="connsiteX5" fmla="*/ 1376789 w 1433807"/>
              <a:gd name="connsiteY5" fmla="*/ 570177 h 570177"/>
              <a:gd name="connsiteX6" fmla="*/ 57018 w 1433807"/>
              <a:gd name="connsiteY6" fmla="*/ 570177 h 570177"/>
              <a:gd name="connsiteX7" fmla="*/ 0 w 1433807"/>
              <a:gd name="connsiteY7" fmla="*/ 513159 h 570177"/>
              <a:gd name="connsiteX8" fmla="*/ 0 w 1433807"/>
              <a:gd name="connsiteY8" fmla="*/ 57018 h 570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33807" h="570177">
                <a:moveTo>
                  <a:pt x="0" y="57018"/>
                </a:moveTo>
                <a:cubicBezTo>
                  <a:pt x="0" y="25528"/>
                  <a:pt x="25528" y="0"/>
                  <a:pt x="57018" y="0"/>
                </a:cubicBezTo>
                <a:lnTo>
                  <a:pt x="1376789" y="0"/>
                </a:lnTo>
                <a:cubicBezTo>
                  <a:pt x="1408279" y="0"/>
                  <a:pt x="1433807" y="25528"/>
                  <a:pt x="1433807" y="57018"/>
                </a:cubicBezTo>
                <a:lnTo>
                  <a:pt x="1433807" y="513159"/>
                </a:lnTo>
                <a:cubicBezTo>
                  <a:pt x="1433807" y="544649"/>
                  <a:pt x="1408279" y="570177"/>
                  <a:pt x="1376789" y="570177"/>
                </a:cubicBezTo>
                <a:lnTo>
                  <a:pt x="57018" y="570177"/>
                </a:lnTo>
                <a:cubicBezTo>
                  <a:pt x="25528" y="570177"/>
                  <a:pt x="0" y="544649"/>
                  <a:pt x="0" y="513159"/>
                </a:cubicBezTo>
                <a:lnTo>
                  <a:pt x="0" y="5701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9560" tIns="31940" rIns="39560" bIns="3194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pt-PT" sz="1200" kern="1200" dirty="0" err="1">
                <a:latin typeface="Aptos" panose="020B0004020202020204" pitchFamily="34" charset="0"/>
              </a:rPr>
              <a:t>Punished</a:t>
            </a:r>
            <a:r>
              <a:rPr lang="pt-PT" sz="1200" kern="1200" dirty="0">
                <a:latin typeface="Aptos" panose="020B0004020202020204" pitchFamily="34" charset="0"/>
              </a:rPr>
              <a:t> </a:t>
            </a:r>
            <a:r>
              <a:rPr lang="pt-PT" sz="1200" kern="1200" dirty="0" err="1">
                <a:latin typeface="Aptos" panose="020B0004020202020204" pitchFamily="34" charset="0"/>
              </a:rPr>
              <a:t>Acquisition</a:t>
            </a:r>
            <a:endParaRPr lang="pt-PT" sz="1200" kern="1200" dirty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609FB5-9DD9-A0CF-CAD5-9D32007004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2228" y="208683"/>
            <a:ext cx="6310699" cy="1197651"/>
          </a:xfrm>
          <a:prstGeom prst="rect">
            <a:avLst/>
          </a:prstGeom>
        </p:spPr>
      </p:pic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DC4295EE-DE66-D695-C81C-2FD0685F56F4}"/>
              </a:ext>
            </a:extLst>
          </p:cNvPr>
          <p:cNvSpPr/>
          <p:nvPr/>
        </p:nvSpPr>
        <p:spPr>
          <a:xfrm>
            <a:off x="10374084" y="4345076"/>
            <a:ext cx="1675809" cy="1382192"/>
          </a:xfrm>
          <a:custGeom>
            <a:avLst/>
            <a:gdLst>
              <a:gd name="connsiteX0" fmla="*/ 0 w 1675809"/>
              <a:gd name="connsiteY0" fmla="*/ 138219 h 1382192"/>
              <a:gd name="connsiteX1" fmla="*/ 138219 w 1675809"/>
              <a:gd name="connsiteY1" fmla="*/ 0 h 1382192"/>
              <a:gd name="connsiteX2" fmla="*/ 1537590 w 1675809"/>
              <a:gd name="connsiteY2" fmla="*/ 0 h 1382192"/>
              <a:gd name="connsiteX3" fmla="*/ 1675809 w 1675809"/>
              <a:gd name="connsiteY3" fmla="*/ 138219 h 1382192"/>
              <a:gd name="connsiteX4" fmla="*/ 1675809 w 1675809"/>
              <a:gd name="connsiteY4" fmla="*/ 1243973 h 1382192"/>
              <a:gd name="connsiteX5" fmla="*/ 1537590 w 1675809"/>
              <a:gd name="connsiteY5" fmla="*/ 1382192 h 1382192"/>
              <a:gd name="connsiteX6" fmla="*/ 138219 w 1675809"/>
              <a:gd name="connsiteY6" fmla="*/ 1382192 h 1382192"/>
              <a:gd name="connsiteX7" fmla="*/ 0 w 1675809"/>
              <a:gd name="connsiteY7" fmla="*/ 1243973 h 1382192"/>
              <a:gd name="connsiteX8" fmla="*/ 0 w 1675809"/>
              <a:gd name="connsiteY8" fmla="*/ 138219 h 1382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75809" h="1382192">
                <a:moveTo>
                  <a:pt x="0" y="138219"/>
                </a:moveTo>
                <a:cubicBezTo>
                  <a:pt x="0" y="61883"/>
                  <a:pt x="61883" y="0"/>
                  <a:pt x="138219" y="0"/>
                </a:cubicBezTo>
                <a:lnTo>
                  <a:pt x="1537590" y="0"/>
                </a:lnTo>
                <a:cubicBezTo>
                  <a:pt x="1613926" y="0"/>
                  <a:pt x="1675809" y="61883"/>
                  <a:pt x="1675809" y="138219"/>
                </a:cubicBezTo>
                <a:lnTo>
                  <a:pt x="1675809" y="1243973"/>
                </a:lnTo>
                <a:cubicBezTo>
                  <a:pt x="1675809" y="1320309"/>
                  <a:pt x="1613926" y="1382192"/>
                  <a:pt x="1537590" y="1382192"/>
                </a:cubicBezTo>
                <a:lnTo>
                  <a:pt x="138219" y="1382192"/>
                </a:lnTo>
                <a:cubicBezTo>
                  <a:pt x="61883" y="1382192"/>
                  <a:pt x="0" y="1320309"/>
                  <a:pt x="0" y="1243973"/>
                </a:cubicBezTo>
                <a:lnTo>
                  <a:pt x="0" y="138219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6573" tIns="56573" rIns="56573" bIns="352757" numCol="1" spcCol="1270" anchor="t" anchorCtr="0">
            <a:noAutofit/>
          </a:bodyPr>
          <a:lstStyle/>
          <a:p>
            <a:pPr marL="114300" lvl="1" indent="-114300" algn="l" defTabSz="5778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pt-PT" sz="1300" kern="1200" dirty="0">
                <a:latin typeface="Aptos" panose="020B0004020202020204" pitchFamily="34" charset="0"/>
              </a:rPr>
              <a:t>Use, </a:t>
            </a:r>
            <a:r>
              <a:rPr lang="pt-PT" sz="1300" kern="1200" dirty="0" err="1">
                <a:latin typeface="Aptos" panose="020B0004020202020204" pitchFamily="34" charset="0"/>
              </a:rPr>
              <a:t>enjoy</a:t>
            </a:r>
            <a:r>
              <a:rPr lang="pt-PT" sz="1300" kern="1200" dirty="0">
                <a:latin typeface="Aptos" panose="020B0004020202020204" pitchFamily="34" charset="0"/>
              </a:rPr>
              <a:t>, </a:t>
            </a:r>
            <a:r>
              <a:rPr lang="pt-PT" sz="1300" kern="1200" dirty="0" err="1">
                <a:latin typeface="Aptos" panose="020B0004020202020204" pitchFamily="34" charset="0"/>
              </a:rPr>
              <a:t>recycle</a:t>
            </a:r>
            <a:endParaRPr lang="pt-PT" sz="1300" kern="1200" dirty="0">
              <a:latin typeface="Aptos" panose="020B0004020202020204" pitchFamily="34" charset="0"/>
            </a:endParaRPr>
          </a:p>
          <a:p>
            <a:pPr marL="114300" lvl="1" indent="-114300" algn="l" defTabSz="5778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pt-PT" sz="1300" kern="1200" dirty="0" err="1">
                <a:latin typeface="Aptos" panose="020B0004020202020204" pitchFamily="34" charset="0"/>
              </a:rPr>
              <a:t>Get</a:t>
            </a:r>
            <a:r>
              <a:rPr lang="pt-PT" sz="1300" kern="1200" dirty="0">
                <a:latin typeface="Aptos" panose="020B0004020202020204" pitchFamily="34" charset="0"/>
              </a:rPr>
              <a:t> </a:t>
            </a:r>
            <a:r>
              <a:rPr lang="pt-PT" sz="1300" kern="1200" dirty="0" err="1">
                <a:latin typeface="Aptos" panose="020B0004020202020204" pitchFamily="34" charset="0"/>
              </a:rPr>
              <a:t>experiences</a:t>
            </a:r>
            <a:r>
              <a:rPr lang="pt-PT" sz="1300" kern="1200" dirty="0">
                <a:latin typeface="Aptos" panose="020B0004020202020204" pitchFamily="34" charset="0"/>
              </a:rPr>
              <a:t> </a:t>
            </a:r>
            <a:r>
              <a:rPr lang="pt-PT" sz="1300" kern="1200" dirty="0" err="1">
                <a:latin typeface="Aptos" panose="020B0004020202020204" pitchFamily="34" charset="0"/>
              </a:rPr>
              <a:t>they</a:t>
            </a:r>
            <a:r>
              <a:rPr lang="pt-PT" sz="1300" kern="1200" dirty="0">
                <a:latin typeface="Aptos" panose="020B0004020202020204" pitchFamily="34" charset="0"/>
              </a:rPr>
              <a:t> </a:t>
            </a:r>
            <a:r>
              <a:rPr lang="pt-PT" sz="1300" kern="1200" dirty="0" err="1">
                <a:latin typeface="Aptos" panose="020B0004020202020204" pitchFamily="34" charset="0"/>
              </a:rPr>
              <a:t>wouldn’t</a:t>
            </a:r>
            <a:r>
              <a:rPr lang="pt-PT" sz="1300" kern="1200" dirty="0">
                <a:latin typeface="Aptos" panose="020B0004020202020204" pitchFamily="34" charset="0"/>
              </a:rPr>
              <a:t> </a:t>
            </a:r>
            <a:r>
              <a:rPr lang="pt-PT" sz="1300" kern="1200" dirty="0" err="1">
                <a:latin typeface="Aptos" panose="020B0004020202020204" pitchFamily="34" charset="0"/>
              </a:rPr>
              <a:t>otherwise</a:t>
            </a:r>
            <a:endParaRPr lang="pt-PT" sz="1300" kern="1200" dirty="0">
              <a:latin typeface="Aptos" panose="020B0004020202020204" pitchFamily="34" charset="0"/>
            </a:endParaRPr>
          </a:p>
          <a:p>
            <a:pPr marL="114300" lvl="1" indent="-114300" algn="l" defTabSz="5778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pt-PT" sz="1300" kern="1200" dirty="0">
              <a:latin typeface="Aptos" panose="020B0004020202020204" pitchFamily="34" charset="0"/>
            </a:endParaRPr>
          </a:p>
        </p:txBody>
      </p:sp>
      <p:sp>
        <p:nvSpPr>
          <p:cNvPr id="31" name="Arrow: Circular 30">
            <a:extLst>
              <a:ext uri="{FF2B5EF4-FFF2-40B4-BE49-F238E27FC236}">
                <a16:creationId xmlns:a16="http://schemas.microsoft.com/office/drawing/2014/main" id="{C7D3949E-F7FA-0315-ED3A-CEAE1987C062}"/>
              </a:ext>
            </a:extLst>
          </p:cNvPr>
          <p:cNvSpPr/>
          <p:nvPr/>
        </p:nvSpPr>
        <p:spPr>
          <a:xfrm>
            <a:off x="9292127" y="5009519"/>
            <a:ext cx="1666504" cy="1666504"/>
          </a:xfrm>
          <a:prstGeom prst="circularArrow">
            <a:avLst>
              <a:gd name="adj1" fmla="val 3922"/>
              <a:gd name="adj2" fmla="val 491530"/>
              <a:gd name="adj3" fmla="val 8532959"/>
              <a:gd name="adj4" fmla="val 1775511"/>
              <a:gd name="adj5" fmla="val 4575"/>
            </a:avLst>
          </a:pr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pt-PT" dirty="0">
              <a:latin typeface="Aptos" panose="020B0004020202020204" pitchFamily="34" charset="0"/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B8BABD1D-F00D-F618-E411-84D295756120}"/>
              </a:ext>
            </a:extLst>
          </p:cNvPr>
          <p:cNvSpPr/>
          <p:nvPr/>
        </p:nvSpPr>
        <p:spPr>
          <a:xfrm>
            <a:off x="10187882" y="5431083"/>
            <a:ext cx="1591123" cy="762887"/>
          </a:xfrm>
          <a:custGeom>
            <a:avLst/>
            <a:gdLst>
              <a:gd name="connsiteX0" fmla="*/ 0 w 1489608"/>
              <a:gd name="connsiteY0" fmla="*/ 59237 h 592368"/>
              <a:gd name="connsiteX1" fmla="*/ 59237 w 1489608"/>
              <a:gd name="connsiteY1" fmla="*/ 0 h 592368"/>
              <a:gd name="connsiteX2" fmla="*/ 1430371 w 1489608"/>
              <a:gd name="connsiteY2" fmla="*/ 0 h 592368"/>
              <a:gd name="connsiteX3" fmla="*/ 1489608 w 1489608"/>
              <a:gd name="connsiteY3" fmla="*/ 59237 h 592368"/>
              <a:gd name="connsiteX4" fmla="*/ 1489608 w 1489608"/>
              <a:gd name="connsiteY4" fmla="*/ 533131 h 592368"/>
              <a:gd name="connsiteX5" fmla="*/ 1430371 w 1489608"/>
              <a:gd name="connsiteY5" fmla="*/ 592368 h 592368"/>
              <a:gd name="connsiteX6" fmla="*/ 59237 w 1489608"/>
              <a:gd name="connsiteY6" fmla="*/ 592368 h 592368"/>
              <a:gd name="connsiteX7" fmla="*/ 0 w 1489608"/>
              <a:gd name="connsiteY7" fmla="*/ 533131 h 592368"/>
              <a:gd name="connsiteX8" fmla="*/ 0 w 1489608"/>
              <a:gd name="connsiteY8" fmla="*/ 59237 h 592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89608" h="592368">
                <a:moveTo>
                  <a:pt x="0" y="59237"/>
                </a:moveTo>
                <a:cubicBezTo>
                  <a:pt x="0" y="26521"/>
                  <a:pt x="26521" y="0"/>
                  <a:pt x="59237" y="0"/>
                </a:cubicBezTo>
                <a:lnTo>
                  <a:pt x="1430371" y="0"/>
                </a:lnTo>
                <a:cubicBezTo>
                  <a:pt x="1463087" y="0"/>
                  <a:pt x="1489608" y="26521"/>
                  <a:pt x="1489608" y="59237"/>
                </a:cubicBezTo>
                <a:lnTo>
                  <a:pt x="1489608" y="533131"/>
                </a:lnTo>
                <a:cubicBezTo>
                  <a:pt x="1489608" y="565847"/>
                  <a:pt x="1463087" y="592368"/>
                  <a:pt x="1430371" y="592368"/>
                </a:cubicBezTo>
                <a:lnTo>
                  <a:pt x="59237" y="592368"/>
                </a:lnTo>
                <a:cubicBezTo>
                  <a:pt x="26521" y="592368"/>
                  <a:pt x="0" y="565847"/>
                  <a:pt x="0" y="533131"/>
                </a:cubicBezTo>
                <a:lnTo>
                  <a:pt x="0" y="59237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1640" tIns="40210" rIns="51640" bIns="40210" numCol="1" spcCol="1270" anchor="ctr" anchorCtr="0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pt-PT" sz="1800" kern="1200" dirty="0" err="1">
                <a:latin typeface="Aptos" panose="020B0004020202020204" pitchFamily="34" charset="0"/>
              </a:rPr>
              <a:t>Conscious</a:t>
            </a:r>
            <a:br>
              <a:rPr lang="pt-PT" sz="1800" kern="1200" dirty="0">
                <a:latin typeface="Aptos" panose="020B0004020202020204" pitchFamily="34" charset="0"/>
              </a:rPr>
            </a:br>
            <a:r>
              <a:rPr lang="pt-PT" sz="1800" strike="sngStrike" kern="1200" dirty="0" err="1">
                <a:latin typeface="Aptos" panose="020B0004020202020204" pitchFamily="34" charset="0"/>
              </a:rPr>
              <a:t>Buyers</a:t>
            </a:r>
            <a:br>
              <a:rPr lang="pt-PT" sz="1800" kern="1200" dirty="0">
                <a:latin typeface="Aptos" panose="020B0004020202020204" pitchFamily="34" charset="0"/>
              </a:rPr>
            </a:br>
            <a:r>
              <a:rPr lang="pt-PT" sz="1800" kern="1200" dirty="0" err="1">
                <a:latin typeface="Aptos" panose="020B0004020202020204" pitchFamily="34" charset="0"/>
              </a:rPr>
              <a:t>Renters</a:t>
            </a:r>
            <a:endParaRPr lang="pt-PT" sz="1800" kern="1200" dirty="0">
              <a:latin typeface="Aptos" panose="020B0004020202020204" pitchFamily="34" charset="0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0527C50E-CC53-8D3C-7FAE-C6EFA5DD8BF4}"/>
              </a:ext>
            </a:extLst>
          </p:cNvPr>
          <p:cNvSpPr/>
          <p:nvPr/>
        </p:nvSpPr>
        <p:spPr>
          <a:xfrm>
            <a:off x="8200865" y="4345076"/>
            <a:ext cx="1675809" cy="1382192"/>
          </a:xfrm>
          <a:custGeom>
            <a:avLst/>
            <a:gdLst>
              <a:gd name="connsiteX0" fmla="*/ 0 w 1675809"/>
              <a:gd name="connsiteY0" fmla="*/ 138219 h 1382192"/>
              <a:gd name="connsiteX1" fmla="*/ 138219 w 1675809"/>
              <a:gd name="connsiteY1" fmla="*/ 0 h 1382192"/>
              <a:gd name="connsiteX2" fmla="*/ 1537590 w 1675809"/>
              <a:gd name="connsiteY2" fmla="*/ 0 h 1382192"/>
              <a:gd name="connsiteX3" fmla="*/ 1675809 w 1675809"/>
              <a:gd name="connsiteY3" fmla="*/ 138219 h 1382192"/>
              <a:gd name="connsiteX4" fmla="*/ 1675809 w 1675809"/>
              <a:gd name="connsiteY4" fmla="*/ 1243973 h 1382192"/>
              <a:gd name="connsiteX5" fmla="*/ 1537590 w 1675809"/>
              <a:gd name="connsiteY5" fmla="*/ 1382192 h 1382192"/>
              <a:gd name="connsiteX6" fmla="*/ 138219 w 1675809"/>
              <a:gd name="connsiteY6" fmla="*/ 1382192 h 1382192"/>
              <a:gd name="connsiteX7" fmla="*/ 0 w 1675809"/>
              <a:gd name="connsiteY7" fmla="*/ 1243973 h 1382192"/>
              <a:gd name="connsiteX8" fmla="*/ 0 w 1675809"/>
              <a:gd name="connsiteY8" fmla="*/ 138219 h 1382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75809" h="1382192">
                <a:moveTo>
                  <a:pt x="0" y="138219"/>
                </a:moveTo>
                <a:cubicBezTo>
                  <a:pt x="0" y="61883"/>
                  <a:pt x="61883" y="0"/>
                  <a:pt x="138219" y="0"/>
                </a:cubicBezTo>
                <a:lnTo>
                  <a:pt x="1537590" y="0"/>
                </a:lnTo>
                <a:cubicBezTo>
                  <a:pt x="1613926" y="0"/>
                  <a:pt x="1675809" y="61883"/>
                  <a:pt x="1675809" y="138219"/>
                </a:cubicBezTo>
                <a:lnTo>
                  <a:pt x="1675809" y="1243973"/>
                </a:lnTo>
                <a:cubicBezTo>
                  <a:pt x="1675809" y="1320309"/>
                  <a:pt x="1613926" y="1382192"/>
                  <a:pt x="1537590" y="1382192"/>
                </a:cubicBezTo>
                <a:lnTo>
                  <a:pt x="138219" y="1382192"/>
                </a:lnTo>
                <a:cubicBezTo>
                  <a:pt x="61883" y="1382192"/>
                  <a:pt x="0" y="1320309"/>
                  <a:pt x="0" y="1243973"/>
                </a:cubicBezTo>
                <a:lnTo>
                  <a:pt x="0" y="138219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6573" tIns="352757" rIns="56573" bIns="56573" numCol="1" spcCol="1270" anchor="t" anchorCtr="0">
            <a:noAutofit/>
          </a:bodyPr>
          <a:lstStyle/>
          <a:p>
            <a:pPr marL="114300" lvl="1" indent="-114300" algn="l" defTabSz="5778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pt-PT" sz="1300" kern="1200" dirty="0" err="1">
                <a:latin typeface="Aptos" panose="020B0004020202020204" pitchFamily="34" charset="0"/>
              </a:rPr>
              <a:t>Earn</a:t>
            </a:r>
            <a:r>
              <a:rPr lang="pt-PT" sz="1300" kern="1200" dirty="0">
                <a:latin typeface="Aptos" panose="020B0004020202020204" pitchFamily="34" charset="0"/>
              </a:rPr>
              <a:t> </a:t>
            </a:r>
            <a:r>
              <a:rPr lang="pt-PT" sz="1300" kern="1200" dirty="0" err="1">
                <a:latin typeface="Aptos" panose="020B0004020202020204" pitchFamily="34" charset="0"/>
              </a:rPr>
              <a:t>instead</a:t>
            </a:r>
            <a:r>
              <a:rPr lang="pt-PT" sz="1300" kern="1200" dirty="0">
                <a:latin typeface="Aptos" panose="020B0004020202020204" pitchFamily="34" charset="0"/>
              </a:rPr>
              <a:t> </a:t>
            </a:r>
            <a:r>
              <a:rPr lang="pt-PT" sz="1300" kern="1200" dirty="0" err="1">
                <a:latin typeface="Aptos" panose="020B0004020202020204" pitchFamily="34" charset="0"/>
              </a:rPr>
              <a:t>of</a:t>
            </a:r>
            <a:r>
              <a:rPr lang="pt-PT" sz="1300" kern="1200" dirty="0">
                <a:latin typeface="Aptos" panose="020B0004020202020204" pitchFamily="34" charset="0"/>
              </a:rPr>
              <a:t> </a:t>
            </a:r>
            <a:r>
              <a:rPr lang="pt-PT" sz="1300" kern="1200" dirty="0" err="1">
                <a:latin typeface="Aptos" panose="020B0004020202020204" pitchFamily="34" charset="0"/>
              </a:rPr>
              <a:t>losing</a:t>
            </a:r>
            <a:endParaRPr lang="pt-PT" sz="1300" kern="1200" dirty="0">
              <a:latin typeface="Aptos" panose="020B0004020202020204" pitchFamily="34" charset="0"/>
            </a:endParaRPr>
          </a:p>
          <a:p>
            <a:pPr marL="114300" lvl="1" indent="-114300" algn="l" defTabSz="5778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pt-PT" sz="1300" kern="1200" dirty="0" err="1">
                <a:latin typeface="Aptos" panose="020B0004020202020204" pitchFamily="34" charset="0"/>
              </a:rPr>
              <a:t>Rental</a:t>
            </a:r>
            <a:r>
              <a:rPr lang="pt-PT" sz="1300" kern="1200" dirty="0">
                <a:latin typeface="Aptos" panose="020B0004020202020204" pitchFamily="34" charset="0"/>
              </a:rPr>
              <a:t> </a:t>
            </a:r>
            <a:r>
              <a:rPr lang="pt-PT" sz="1300" kern="1200" dirty="0" err="1">
                <a:latin typeface="Aptos" panose="020B0004020202020204" pitchFamily="34" charset="0"/>
              </a:rPr>
              <a:t>Culture</a:t>
            </a:r>
            <a:endParaRPr lang="pt-PT" sz="1300" kern="1200" dirty="0">
              <a:latin typeface="Aptos" panose="020B0004020202020204" pitchFamily="34" charset="0"/>
            </a:endParaRPr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2A5F9E5B-D02B-3F90-2D5B-8787EC4C8140}"/>
              </a:ext>
            </a:extLst>
          </p:cNvPr>
          <p:cNvSpPr/>
          <p:nvPr/>
        </p:nvSpPr>
        <p:spPr>
          <a:xfrm>
            <a:off x="6862882" y="3483764"/>
            <a:ext cx="2094766" cy="2094766"/>
          </a:xfrm>
          <a:prstGeom prst="leftCircularArrow">
            <a:avLst>
              <a:gd name="adj1" fmla="val 3120"/>
              <a:gd name="adj2" fmla="val 383627"/>
              <a:gd name="adj3" fmla="val 12959137"/>
              <a:gd name="adj4" fmla="val 19824489"/>
              <a:gd name="adj5" fmla="val 3640"/>
            </a:avLst>
          </a:pr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pt-PT" dirty="0">
              <a:latin typeface="Aptos" panose="020B0004020202020204" pitchFamily="34" charset="0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DE175E94-47D0-03A1-598F-1DA1ED4D150D}"/>
              </a:ext>
            </a:extLst>
          </p:cNvPr>
          <p:cNvSpPr/>
          <p:nvPr/>
        </p:nvSpPr>
        <p:spPr>
          <a:xfrm>
            <a:off x="8014664" y="4048892"/>
            <a:ext cx="1489608" cy="592368"/>
          </a:xfrm>
          <a:custGeom>
            <a:avLst/>
            <a:gdLst>
              <a:gd name="connsiteX0" fmla="*/ 0 w 1489608"/>
              <a:gd name="connsiteY0" fmla="*/ 59237 h 592368"/>
              <a:gd name="connsiteX1" fmla="*/ 59237 w 1489608"/>
              <a:gd name="connsiteY1" fmla="*/ 0 h 592368"/>
              <a:gd name="connsiteX2" fmla="*/ 1430371 w 1489608"/>
              <a:gd name="connsiteY2" fmla="*/ 0 h 592368"/>
              <a:gd name="connsiteX3" fmla="*/ 1489608 w 1489608"/>
              <a:gd name="connsiteY3" fmla="*/ 59237 h 592368"/>
              <a:gd name="connsiteX4" fmla="*/ 1489608 w 1489608"/>
              <a:gd name="connsiteY4" fmla="*/ 533131 h 592368"/>
              <a:gd name="connsiteX5" fmla="*/ 1430371 w 1489608"/>
              <a:gd name="connsiteY5" fmla="*/ 592368 h 592368"/>
              <a:gd name="connsiteX6" fmla="*/ 59237 w 1489608"/>
              <a:gd name="connsiteY6" fmla="*/ 592368 h 592368"/>
              <a:gd name="connsiteX7" fmla="*/ 0 w 1489608"/>
              <a:gd name="connsiteY7" fmla="*/ 533131 h 592368"/>
              <a:gd name="connsiteX8" fmla="*/ 0 w 1489608"/>
              <a:gd name="connsiteY8" fmla="*/ 59237 h 592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89608" h="592368">
                <a:moveTo>
                  <a:pt x="0" y="59237"/>
                </a:moveTo>
                <a:cubicBezTo>
                  <a:pt x="0" y="26521"/>
                  <a:pt x="26521" y="0"/>
                  <a:pt x="59237" y="0"/>
                </a:cubicBezTo>
                <a:lnTo>
                  <a:pt x="1430371" y="0"/>
                </a:lnTo>
                <a:cubicBezTo>
                  <a:pt x="1463087" y="0"/>
                  <a:pt x="1489608" y="26521"/>
                  <a:pt x="1489608" y="59237"/>
                </a:cubicBezTo>
                <a:lnTo>
                  <a:pt x="1489608" y="533131"/>
                </a:lnTo>
                <a:cubicBezTo>
                  <a:pt x="1489608" y="565847"/>
                  <a:pt x="1463087" y="592368"/>
                  <a:pt x="1430371" y="592368"/>
                </a:cubicBezTo>
                <a:lnTo>
                  <a:pt x="59237" y="592368"/>
                </a:lnTo>
                <a:cubicBezTo>
                  <a:pt x="26521" y="592368"/>
                  <a:pt x="0" y="565847"/>
                  <a:pt x="0" y="533131"/>
                </a:cubicBezTo>
                <a:lnTo>
                  <a:pt x="0" y="59237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1640" tIns="40210" rIns="51640" bIns="40210" numCol="1" spcCol="1270" anchor="ctr" anchorCtr="0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pt-PT" sz="1800" kern="1200" dirty="0" err="1">
                <a:latin typeface="Aptos" panose="020B0004020202020204" pitchFamily="34" charset="0"/>
              </a:rPr>
              <a:t>Conscious</a:t>
            </a:r>
            <a:r>
              <a:rPr lang="pt-PT" sz="1800" kern="1200" dirty="0">
                <a:latin typeface="Aptos" panose="020B0004020202020204" pitchFamily="34" charset="0"/>
              </a:rPr>
              <a:t> </a:t>
            </a:r>
            <a:r>
              <a:rPr lang="pt-PT" sz="1800" kern="1200" dirty="0" err="1">
                <a:latin typeface="Aptos" panose="020B0004020202020204" pitchFamily="34" charset="0"/>
              </a:rPr>
              <a:t>Revenue</a:t>
            </a:r>
            <a:endParaRPr lang="pt-PT" sz="1800" kern="1200" dirty="0">
              <a:latin typeface="Aptos" panose="020B0004020202020204" pitchFamily="34" charset="0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02EF6CC-DE95-F86F-39B9-20BCC1F47E24}"/>
              </a:ext>
            </a:extLst>
          </p:cNvPr>
          <p:cNvSpPr/>
          <p:nvPr/>
        </p:nvSpPr>
        <p:spPr>
          <a:xfrm>
            <a:off x="6027646" y="4345076"/>
            <a:ext cx="1675809" cy="1382192"/>
          </a:xfrm>
          <a:custGeom>
            <a:avLst/>
            <a:gdLst>
              <a:gd name="connsiteX0" fmla="*/ 0 w 1675809"/>
              <a:gd name="connsiteY0" fmla="*/ 138219 h 1382192"/>
              <a:gd name="connsiteX1" fmla="*/ 138219 w 1675809"/>
              <a:gd name="connsiteY1" fmla="*/ 0 h 1382192"/>
              <a:gd name="connsiteX2" fmla="*/ 1537590 w 1675809"/>
              <a:gd name="connsiteY2" fmla="*/ 0 h 1382192"/>
              <a:gd name="connsiteX3" fmla="*/ 1675809 w 1675809"/>
              <a:gd name="connsiteY3" fmla="*/ 138219 h 1382192"/>
              <a:gd name="connsiteX4" fmla="*/ 1675809 w 1675809"/>
              <a:gd name="connsiteY4" fmla="*/ 1243973 h 1382192"/>
              <a:gd name="connsiteX5" fmla="*/ 1537590 w 1675809"/>
              <a:gd name="connsiteY5" fmla="*/ 1382192 h 1382192"/>
              <a:gd name="connsiteX6" fmla="*/ 138219 w 1675809"/>
              <a:gd name="connsiteY6" fmla="*/ 1382192 h 1382192"/>
              <a:gd name="connsiteX7" fmla="*/ 0 w 1675809"/>
              <a:gd name="connsiteY7" fmla="*/ 1243973 h 1382192"/>
              <a:gd name="connsiteX8" fmla="*/ 0 w 1675809"/>
              <a:gd name="connsiteY8" fmla="*/ 138219 h 1382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75809" h="1382192">
                <a:moveTo>
                  <a:pt x="0" y="138219"/>
                </a:moveTo>
                <a:cubicBezTo>
                  <a:pt x="0" y="61883"/>
                  <a:pt x="61883" y="0"/>
                  <a:pt x="138219" y="0"/>
                </a:cubicBezTo>
                <a:lnTo>
                  <a:pt x="1537590" y="0"/>
                </a:lnTo>
                <a:cubicBezTo>
                  <a:pt x="1613926" y="0"/>
                  <a:pt x="1675809" y="61883"/>
                  <a:pt x="1675809" y="138219"/>
                </a:cubicBezTo>
                <a:lnTo>
                  <a:pt x="1675809" y="1243973"/>
                </a:lnTo>
                <a:cubicBezTo>
                  <a:pt x="1675809" y="1320309"/>
                  <a:pt x="1613926" y="1382192"/>
                  <a:pt x="1537590" y="1382192"/>
                </a:cubicBezTo>
                <a:lnTo>
                  <a:pt x="138219" y="1382192"/>
                </a:lnTo>
                <a:cubicBezTo>
                  <a:pt x="61883" y="1382192"/>
                  <a:pt x="0" y="1320309"/>
                  <a:pt x="0" y="1243973"/>
                </a:cubicBezTo>
                <a:lnTo>
                  <a:pt x="0" y="138219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6573" tIns="56573" rIns="56573" bIns="352757" numCol="1" spcCol="1270" anchor="t" anchorCtr="0">
            <a:noAutofit/>
          </a:bodyPr>
          <a:lstStyle/>
          <a:p>
            <a:pPr marL="114300" lvl="1" indent="-114300" algn="l" defTabSz="5778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pt-PT" sz="1300" kern="1200" dirty="0">
                <a:latin typeface="Aptos" panose="020B0004020202020204" pitchFamily="34" charset="0"/>
              </a:rPr>
              <a:t>Less e-</a:t>
            </a:r>
            <a:r>
              <a:rPr lang="pt-PT" sz="1300" kern="1200" dirty="0" err="1">
                <a:latin typeface="Aptos" panose="020B0004020202020204" pitchFamily="34" charset="0"/>
              </a:rPr>
              <a:t>waste</a:t>
            </a:r>
            <a:endParaRPr lang="pt-PT" sz="1300" kern="1200" dirty="0">
              <a:latin typeface="Aptos" panose="020B0004020202020204" pitchFamily="34" charset="0"/>
            </a:endParaRPr>
          </a:p>
          <a:p>
            <a:pPr marL="114300" lvl="1" indent="-114300" algn="l" defTabSz="5778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pt-PT" sz="1300" kern="1200" dirty="0">
                <a:latin typeface="Aptos" panose="020B0004020202020204" pitchFamily="34" charset="0"/>
              </a:rPr>
              <a:t>Incentive for more </a:t>
            </a:r>
            <a:r>
              <a:rPr lang="pt-PT" sz="1300" kern="1200" dirty="0" err="1">
                <a:latin typeface="Aptos" panose="020B0004020202020204" pitchFamily="34" charset="0"/>
              </a:rPr>
              <a:t>durability</a:t>
            </a:r>
            <a:endParaRPr lang="pt-PT" sz="1300" kern="1200" dirty="0">
              <a:latin typeface="Aptos" panose="020B0004020202020204" pitchFamily="34" charset="0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62A6C8AA-7D28-D6D8-63DE-B4B673A5CB76}"/>
              </a:ext>
            </a:extLst>
          </p:cNvPr>
          <p:cNvSpPr/>
          <p:nvPr/>
        </p:nvSpPr>
        <p:spPr>
          <a:xfrm>
            <a:off x="5841445" y="5431084"/>
            <a:ext cx="1489608" cy="592368"/>
          </a:xfrm>
          <a:custGeom>
            <a:avLst/>
            <a:gdLst>
              <a:gd name="connsiteX0" fmla="*/ 0 w 1489608"/>
              <a:gd name="connsiteY0" fmla="*/ 59237 h 592368"/>
              <a:gd name="connsiteX1" fmla="*/ 59237 w 1489608"/>
              <a:gd name="connsiteY1" fmla="*/ 0 h 592368"/>
              <a:gd name="connsiteX2" fmla="*/ 1430371 w 1489608"/>
              <a:gd name="connsiteY2" fmla="*/ 0 h 592368"/>
              <a:gd name="connsiteX3" fmla="*/ 1489608 w 1489608"/>
              <a:gd name="connsiteY3" fmla="*/ 59237 h 592368"/>
              <a:gd name="connsiteX4" fmla="*/ 1489608 w 1489608"/>
              <a:gd name="connsiteY4" fmla="*/ 533131 h 592368"/>
              <a:gd name="connsiteX5" fmla="*/ 1430371 w 1489608"/>
              <a:gd name="connsiteY5" fmla="*/ 592368 h 592368"/>
              <a:gd name="connsiteX6" fmla="*/ 59237 w 1489608"/>
              <a:gd name="connsiteY6" fmla="*/ 592368 h 592368"/>
              <a:gd name="connsiteX7" fmla="*/ 0 w 1489608"/>
              <a:gd name="connsiteY7" fmla="*/ 533131 h 592368"/>
              <a:gd name="connsiteX8" fmla="*/ 0 w 1489608"/>
              <a:gd name="connsiteY8" fmla="*/ 59237 h 592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89608" h="592368">
                <a:moveTo>
                  <a:pt x="0" y="59237"/>
                </a:moveTo>
                <a:cubicBezTo>
                  <a:pt x="0" y="26521"/>
                  <a:pt x="26521" y="0"/>
                  <a:pt x="59237" y="0"/>
                </a:cubicBezTo>
                <a:lnTo>
                  <a:pt x="1430371" y="0"/>
                </a:lnTo>
                <a:cubicBezTo>
                  <a:pt x="1463087" y="0"/>
                  <a:pt x="1489608" y="26521"/>
                  <a:pt x="1489608" y="59237"/>
                </a:cubicBezTo>
                <a:lnTo>
                  <a:pt x="1489608" y="533131"/>
                </a:lnTo>
                <a:cubicBezTo>
                  <a:pt x="1489608" y="565847"/>
                  <a:pt x="1463087" y="592368"/>
                  <a:pt x="1430371" y="592368"/>
                </a:cubicBezTo>
                <a:lnTo>
                  <a:pt x="59237" y="592368"/>
                </a:lnTo>
                <a:cubicBezTo>
                  <a:pt x="26521" y="592368"/>
                  <a:pt x="0" y="565847"/>
                  <a:pt x="0" y="533131"/>
                </a:cubicBezTo>
                <a:lnTo>
                  <a:pt x="0" y="59237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1640" tIns="40210" rIns="51640" bIns="40210" numCol="1" spcCol="1270" anchor="ctr" anchorCtr="0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pt-PT" sz="1800" kern="1200" dirty="0" err="1">
                <a:latin typeface="Aptos" panose="020B0004020202020204" pitchFamily="34" charset="0"/>
              </a:rPr>
              <a:t>Conscious</a:t>
            </a:r>
            <a:r>
              <a:rPr lang="pt-PT" sz="1800" kern="1200" dirty="0">
                <a:latin typeface="Aptos" panose="020B0004020202020204" pitchFamily="34" charset="0"/>
              </a:rPr>
              <a:t> </a:t>
            </a:r>
            <a:r>
              <a:rPr lang="pt-PT" sz="1800" kern="1200" dirty="0" err="1">
                <a:latin typeface="Aptos" panose="020B0004020202020204" pitchFamily="34" charset="0"/>
              </a:rPr>
              <a:t>Production</a:t>
            </a:r>
            <a:endParaRPr lang="pt-PT" sz="1800" kern="1200" dirty="0">
              <a:latin typeface="Aptos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971171-B379-EF99-CAD7-837EE41B9DC6}"/>
              </a:ext>
            </a:extLst>
          </p:cNvPr>
          <p:cNvSpPr txBox="1"/>
          <p:nvPr/>
        </p:nvSpPr>
        <p:spPr>
          <a:xfrm>
            <a:off x="-2040119" y="6416789"/>
            <a:ext cx="113892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n-US" sz="1800" b="0" i="1" u="none" strike="noStrike" dirty="0" err="1">
                <a:solidFill>
                  <a:srgbClr val="AAAAAA"/>
                </a:solidFill>
                <a:effectLst/>
                <a:latin typeface="Aptos Display" panose="020B0004020202020204" pitchFamily="34" charset="0"/>
              </a:rPr>
              <a:t>Enshitification</a:t>
            </a:r>
            <a:r>
              <a:rPr lang="en-US" sz="1800" b="0" i="1" u="none" strike="noStrike" dirty="0">
                <a:solidFill>
                  <a:srgbClr val="AAAAAA"/>
                </a:solidFill>
                <a:effectLst/>
                <a:latin typeface="Aptos Display" panose="020B0004020202020204" pitchFamily="34" charset="0"/>
              </a:rPr>
              <a:t> stops when products need to last longer to be rented more.</a:t>
            </a:r>
            <a:endParaRPr lang="en-US" b="0" dirty="0">
              <a:effectLst/>
              <a:latin typeface="Aptos Display" panose="020B0004020202020204" pitchFamily="34" charset="0"/>
            </a:endParaRPr>
          </a:p>
          <a:p>
            <a:br>
              <a:rPr lang="en-US" dirty="0">
                <a:latin typeface="Aptos" panose="020B0004020202020204" pitchFamily="34" charset="0"/>
              </a:rPr>
            </a:br>
            <a:endParaRPr lang="pt-PT" dirty="0">
              <a:latin typeface="Aptos" panose="020B0004020202020204" pitchFamily="34" charset="0"/>
            </a:endParaRP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8D5B392C-D16D-1A07-772F-5A75C7F89780}"/>
              </a:ext>
            </a:extLst>
          </p:cNvPr>
          <p:cNvSpPr txBox="1">
            <a:spLocks/>
          </p:cNvSpPr>
          <p:nvPr/>
        </p:nvSpPr>
        <p:spPr>
          <a:xfrm>
            <a:off x="9329003" y="2958585"/>
            <a:ext cx="2768503" cy="4704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800" dirty="0">
                <a:latin typeface="Aptos" panose="020B0004020202020204" pitchFamily="34" charset="0"/>
              </a:rPr>
              <a:t>Can a </a:t>
            </a:r>
            <a:r>
              <a:rPr lang="pt-PT" sz="1800" dirty="0" err="1">
                <a:latin typeface="Aptos" panose="020B0004020202020204" pitchFamily="34" charset="0"/>
              </a:rPr>
              <a:t>Rental</a:t>
            </a:r>
            <a:r>
              <a:rPr lang="pt-PT" sz="1800" dirty="0">
                <a:latin typeface="Aptos" panose="020B0004020202020204" pitchFamily="34" charset="0"/>
              </a:rPr>
              <a:t> </a:t>
            </a:r>
            <a:r>
              <a:rPr lang="pt-PT" sz="1800" dirty="0" err="1">
                <a:latin typeface="Aptos" panose="020B0004020202020204" pitchFamily="34" charset="0"/>
              </a:rPr>
              <a:t>Culture</a:t>
            </a:r>
            <a:br>
              <a:rPr lang="pt-PT" sz="1800" dirty="0">
                <a:latin typeface="Aptos" panose="020B0004020202020204" pitchFamily="34" charset="0"/>
              </a:rPr>
            </a:br>
            <a:r>
              <a:rPr lang="pt-PT" sz="1800" dirty="0" err="1">
                <a:latin typeface="Aptos" panose="020B0004020202020204" pitchFamily="34" charset="0"/>
              </a:rPr>
              <a:t>flip</a:t>
            </a:r>
            <a:r>
              <a:rPr lang="pt-PT" sz="1800" dirty="0">
                <a:latin typeface="Aptos" panose="020B0004020202020204" pitchFamily="34" charset="0"/>
              </a:rPr>
              <a:t> </a:t>
            </a:r>
            <a:r>
              <a:rPr lang="pt-PT" sz="1800" dirty="0" err="1">
                <a:latin typeface="Aptos" panose="020B0004020202020204" pitchFamily="34" charset="0"/>
              </a:rPr>
              <a:t>the</a:t>
            </a:r>
            <a:r>
              <a:rPr lang="pt-PT" sz="1800" dirty="0">
                <a:latin typeface="Aptos" panose="020B0004020202020204" pitchFamily="34" charset="0"/>
              </a:rPr>
              <a:t> script?</a:t>
            </a:r>
          </a:p>
        </p:txBody>
      </p:sp>
    </p:spTree>
    <p:extLst>
      <p:ext uri="{BB962C8B-B14F-4D97-AF65-F5344CB8AC3E}">
        <p14:creationId xmlns:p14="http://schemas.microsoft.com/office/powerpoint/2010/main" val="3452952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28" grpId="0"/>
      <p:bldP spid="28" grpId="1"/>
      <p:bldP spid="40" grpId="0"/>
      <p:bldP spid="40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A49D3-6B5B-3D32-AB8E-095D3DD54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pt-PT" sz="4000"/>
              <a:t>The Rental Culture and Data Setup</a:t>
            </a:r>
          </a:p>
        </p:txBody>
      </p:sp>
      <p:graphicFrame>
        <p:nvGraphicFramePr>
          <p:cNvPr id="12" name="Content Placeholder 5">
            <a:extLst>
              <a:ext uri="{FF2B5EF4-FFF2-40B4-BE49-F238E27FC236}">
                <a16:creationId xmlns:a16="http://schemas.microsoft.com/office/drawing/2014/main" id="{574A6813-2294-441F-FE8C-913FA98129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0621554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91F2AA29-675D-FE27-039F-8FD0759C452A}"/>
              </a:ext>
            </a:extLst>
          </p:cNvPr>
          <p:cNvSpPr txBox="1"/>
          <p:nvPr/>
        </p:nvSpPr>
        <p:spPr>
          <a:xfrm>
            <a:off x="5203478" y="2177638"/>
            <a:ext cx="54645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Aptos Display" panose="020B0004020202020204" pitchFamily="34" charset="0"/>
              </a:rPr>
              <a:t>~2,000 synthetic customers with segmented behavior</a:t>
            </a:r>
            <a:endParaRPr lang="pt-PT" sz="16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1781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81C61-EC03-892D-43CF-A3A2760FF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06" y="307026"/>
            <a:ext cx="5875238" cy="1132258"/>
          </a:xfrm>
        </p:spPr>
        <p:txBody>
          <a:bodyPr/>
          <a:lstStyle/>
          <a:p>
            <a:r>
              <a:rPr lang="pt-PT" dirty="0"/>
              <a:t>Does </a:t>
            </a:r>
            <a:r>
              <a:rPr lang="pt-PT" dirty="0" err="1"/>
              <a:t>Rental</a:t>
            </a:r>
            <a:r>
              <a:rPr lang="pt-PT" dirty="0"/>
              <a:t> beat </a:t>
            </a:r>
            <a:r>
              <a:rPr lang="pt-PT" dirty="0" err="1"/>
              <a:t>Markdown</a:t>
            </a:r>
            <a:r>
              <a:rPr lang="pt-PT" dirty="0"/>
              <a:t>?</a:t>
            </a:r>
          </a:p>
        </p:txBody>
      </p:sp>
      <p:pic>
        <p:nvPicPr>
          <p:cNvPr id="16" name="Picture 15" descr="A graph showing a number of dots&#10;&#10;Description automatically generated with medium confidence">
            <a:extLst>
              <a:ext uri="{FF2B5EF4-FFF2-40B4-BE49-F238E27FC236}">
                <a16:creationId xmlns:a16="http://schemas.microsoft.com/office/drawing/2014/main" id="{3DF339C1-CE48-5ABA-81AD-03430CCAC8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4760" y="2962053"/>
            <a:ext cx="6917240" cy="3149079"/>
          </a:xfrm>
          <a:prstGeom prst="rect">
            <a:avLst/>
          </a:prstGeom>
        </p:spPr>
      </p:pic>
      <p:pic>
        <p:nvPicPr>
          <p:cNvPr id="18" name="Picture 17" descr="A close-up of a graph&#10;&#10;Description automatically generated">
            <a:extLst>
              <a:ext uri="{FF2B5EF4-FFF2-40B4-BE49-F238E27FC236}">
                <a16:creationId xmlns:a16="http://schemas.microsoft.com/office/drawing/2014/main" id="{9D08759D-AF04-A86E-AB3B-E342B2EE55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786"/>
          <a:stretch/>
        </p:blipFill>
        <p:spPr>
          <a:xfrm>
            <a:off x="492905" y="1508818"/>
            <a:ext cx="3694744" cy="2829875"/>
          </a:xfrm>
          <a:prstGeom prst="rect">
            <a:avLst/>
          </a:prstGeom>
        </p:spPr>
      </p:pic>
      <p:pic>
        <p:nvPicPr>
          <p:cNvPr id="20" name="Picture 19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F65180E9-7495-546A-C7E2-4F8229D9B7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0351" y="237492"/>
            <a:ext cx="7554686" cy="2403585"/>
          </a:xfrm>
          <a:prstGeom prst="rect">
            <a:avLst/>
          </a:prstGeom>
        </p:spPr>
      </p:pic>
      <p:pic>
        <p:nvPicPr>
          <p:cNvPr id="24" name="Picture 23" descr="A graph with a red line&#10;&#10;Description automatically generated">
            <a:extLst>
              <a:ext uri="{FF2B5EF4-FFF2-40B4-BE49-F238E27FC236}">
                <a16:creationId xmlns:a16="http://schemas.microsoft.com/office/drawing/2014/main" id="{441C6418-2D9C-4A07-F18F-F9DB05E99D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760" y="4536592"/>
            <a:ext cx="4997799" cy="2048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632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DB489-B650-28C7-B87F-BC640C700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Full</a:t>
            </a:r>
            <a:r>
              <a:rPr lang="pt-PT" dirty="0"/>
              <a:t> </a:t>
            </a:r>
            <a:r>
              <a:rPr lang="pt-PT" dirty="0" err="1"/>
              <a:t>Stack</a:t>
            </a:r>
            <a:endParaRPr lang="pt-PT" dirty="0"/>
          </a:p>
        </p:txBody>
      </p:sp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856BA34D-A000-85B5-9B09-3D1EAB19D4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6112280"/>
              </p:ext>
            </p:extLst>
          </p:nvPr>
        </p:nvGraphicFramePr>
        <p:xfrm>
          <a:off x="4735775" y="886097"/>
          <a:ext cx="7003143" cy="20203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24" name="Group 23">
            <a:extLst>
              <a:ext uri="{FF2B5EF4-FFF2-40B4-BE49-F238E27FC236}">
                <a16:creationId xmlns:a16="http://schemas.microsoft.com/office/drawing/2014/main" id="{F915B650-E4A8-BD63-7AE9-7A2C4320EC9D}"/>
              </a:ext>
            </a:extLst>
          </p:cNvPr>
          <p:cNvGrpSpPr/>
          <p:nvPr/>
        </p:nvGrpSpPr>
        <p:grpSpPr>
          <a:xfrm>
            <a:off x="2571657" y="1504405"/>
            <a:ext cx="1398799" cy="783770"/>
            <a:chOff x="3419" y="692180"/>
            <a:chExt cx="1060046" cy="636027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75D85D72-E67F-1B49-FBF8-79167795513C}"/>
                </a:ext>
              </a:extLst>
            </p:cNvPr>
            <p:cNvSpPr/>
            <p:nvPr/>
          </p:nvSpPr>
          <p:spPr>
            <a:xfrm>
              <a:off x="3419" y="692180"/>
              <a:ext cx="1060046" cy="636027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PT" dirty="0">
                <a:latin typeface="Aptos" panose="020B0004020202020204" pitchFamily="34" charset="0"/>
              </a:endParaRPr>
            </a:p>
          </p:txBody>
        </p:sp>
        <p:sp>
          <p:nvSpPr>
            <p:cNvPr id="29" name="Rectangle: Rounded Corners 4">
              <a:extLst>
                <a:ext uri="{FF2B5EF4-FFF2-40B4-BE49-F238E27FC236}">
                  <a16:creationId xmlns:a16="http://schemas.microsoft.com/office/drawing/2014/main" id="{EA84B5AF-1B33-213E-A226-13156B8F2794}"/>
                </a:ext>
              </a:extLst>
            </p:cNvPr>
            <p:cNvSpPr txBox="1"/>
            <p:nvPr/>
          </p:nvSpPr>
          <p:spPr>
            <a:xfrm>
              <a:off x="22048" y="710809"/>
              <a:ext cx="1022788" cy="5987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pt-PT" sz="1200" kern="1200" dirty="0">
                <a:latin typeface="Aptos" panose="020B0004020202020204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085B82B-BC88-9C2A-F7A6-657B3770C1E3}"/>
              </a:ext>
            </a:extLst>
          </p:cNvPr>
          <p:cNvGrpSpPr/>
          <p:nvPr/>
        </p:nvGrpSpPr>
        <p:grpSpPr>
          <a:xfrm>
            <a:off x="4219162" y="1734312"/>
            <a:ext cx="347047" cy="323958"/>
            <a:chOff x="1169470" y="878748"/>
            <a:chExt cx="224729" cy="262891"/>
          </a:xfrm>
        </p:grpSpPr>
        <p:sp>
          <p:nvSpPr>
            <p:cNvPr id="26" name="Arrow: Right 25">
              <a:extLst>
                <a:ext uri="{FF2B5EF4-FFF2-40B4-BE49-F238E27FC236}">
                  <a16:creationId xmlns:a16="http://schemas.microsoft.com/office/drawing/2014/main" id="{4EAA7A9F-B82F-569A-606B-7727E7E4349F}"/>
                </a:ext>
              </a:extLst>
            </p:cNvPr>
            <p:cNvSpPr/>
            <p:nvPr/>
          </p:nvSpPr>
          <p:spPr>
            <a:xfrm>
              <a:off x="1169470" y="878748"/>
              <a:ext cx="224729" cy="262891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PT" dirty="0">
                <a:latin typeface="Aptos" panose="020B0004020202020204" pitchFamily="34" charset="0"/>
              </a:endParaRPr>
            </a:p>
          </p:txBody>
        </p:sp>
        <p:sp>
          <p:nvSpPr>
            <p:cNvPr id="27" name="Arrow: Right 6">
              <a:extLst>
                <a:ext uri="{FF2B5EF4-FFF2-40B4-BE49-F238E27FC236}">
                  <a16:creationId xmlns:a16="http://schemas.microsoft.com/office/drawing/2014/main" id="{008CA6D2-B7CD-1CF3-2779-EF0E016435AC}"/>
                </a:ext>
              </a:extLst>
            </p:cNvPr>
            <p:cNvSpPr txBox="1"/>
            <p:nvPr/>
          </p:nvSpPr>
          <p:spPr>
            <a:xfrm>
              <a:off x="1169470" y="931326"/>
              <a:ext cx="157310" cy="15773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pt-PT" sz="1000" kern="1200" dirty="0">
                <a:latin typeface="Aptos" panose="020B0004020202020204" pitchFamily="34" charset="0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BFAD0B11-200A-82E2-8B0D-AED46D1DCD04}"/>
              </a:ext>
            </a:extLst>
          </p:cNvPr>
          <p:cNvSpPr txBox="1"/>
          <p:nvPr/>
        </p:nvSpPr>
        <p:spPr>
          <a:xfrm>
            <a:off x="2685422" y="1719716"/>
            <a:ext cx="12409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pt-PT" sz="1600" b="1" u="sng" dirty="0">
                <a:solidFill>
                  <a:prstClr val="white"/>
                </a:solidFill>
                <a:latin typeface="Aptos" panose="020B0004020202020204" pitchFamily="34" charset="0"/>
              </a:rPr>
              <a:t>Live </a:t>
            </a:r>
            <a:r>
              <a:rPr lang="pt-PT" sz="1600" b="1" u="sng" dirty="0" err="1">
                <a:solidFill>
                  <a:prstClr val="white"/>
                </a:solidFill>
                <a:latin typeface="Aptos" panose="020B0004020202020204" pitchFamily="34" charset="0"/>
              </a:rPr>
              <a:t>Feed</a:t>
            </a:r>
            <a:endParaRPr lang="pt-PT" sz="1600" b="1" u="sng" dirty="0">
              <a:solidFill>
                <a:prstClr val="white"/>
              </a:solidFill>
              <a:latin typeface="Aptos" panose="020B0004020202020204" pitchFamily="34" charset="0"/>
            </a:endParaRPr>
          </a:p>
        </p:txBody>
      </p:sp>
      <p:graphicFrame>
        <p:nvGraphicFramePr>
          <p:cNvPr id="36" name="Diagram 35">
            <a:extLst>
              <a:ext uri="{FF2B5EF4-FFF2-40B4-BE49-F238E27FC236}">
                <a16:creationId xmlns:a16="http://schemas.microsoft.com/office/drawing/2014/main" id="{68F34F7B-580B-9E14-7976-C544B10722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2661319"/>
              </p:ext>
            </p:extLst>
          </p:nvPr>
        </p:nvGraphicFramePr>
        <p:xfrm>
          <a:off x="3428999" y="3069248"/>
          <a:ext cx="5816600" cy="3471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57A8C661-729E-7D52-7D1A-209E598A6DE4}"/>
              </a:ext>
            </a:extLst>
          </p:cNvPr>
          <p:cNvGrpSpPr/>
          <p:nvPr/>
        </p:nvGrpSpPr>
        <p:grpSpPr>
          <a:xfrm>
            <a:off x="472755" y="1527361"/>
            <a:ext cx="1398799" cy="783770"/>
            <a:chOff x="3419" y="692180"/>
            <a:chExt cx="1060046" cy="636027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B18DB877-AE2D-14F9-E683-928D9A72EAA9}"/>
                </a:ext>
              </a:extLst>
            </p:cNvPr>
            <p:cNvSpPr/>
            <p:nvPr/>
          </p:nvSpPr>
          <p:spPr>
            <a:xfrm>
              <a:off x="3419" y="692180"/>
              <a:ext cx="1060046" cy="636027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PT" dirty="0">
                <a:latin typeface="Aptos" panose="020B0004020202020204" pitchFamily="34" charset="0"/>
              </a:endParaRPr>
            </a:p>
          </p:txBody>
        </p:sp>
        <p:sp>
          <p:nvSpPr>
            <p:cNvPr id="39" name="Rectangle: Rounded Corners 4">
              <a:extLst>
                <a:ext uri="{FF2B5EF4-FFF2-40B4-BE49-F238E27FC236}">
                  <a16:creationId xmlns:a16="http://schemas.microsoft.com/office/drawing/2014/main" id="{0906C534-42BD-69C4-0DE7-BCEAC90A8AF5}"/>
                </a:ext>
              </a:extLst>
            </p:cNvPr>
            <p:cNvSpPr txBox="1"/>
            <p:nvPr/>
          </p:nvSpPr>
          <p:spPr>
            <a:xfrm>
              <a:off x="22048" y="710809"/>
              <a:ext cx="1022788" cy="5987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pt-PT" sz="1200" kern="1200" dirty="0">
                <a:latin typeface="Aptos" panose="020B0004020202020204" pitchFamily="34" charset="0"/>
              </a:endParaRP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F8F9E828-A109-094E-F74E-2634741E825D}"/>
              </a:ext>
            </a:extLst>
          </p:cNvPr>
          <p:cNvSpPr txBox="1"/>
          <p:nvPr/>
        </p:nvSpPr>
        <p:spPr>
          <a:xfrm>
            <a:off x="558832" y="1647834"/>
            <a:ext cx="12409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pt-PT" sz="1600" b="1" u="sng" dirty="0">
                <a:solidFill>
                  <a:prstClr val="white"/>
                </a:solidFill>
                <a:latin typeface="Aptos" panose="020B0004020202020204" pitchFamily="34" charset="0"/>
              </a:rPr>
              <a:t>Manual </a:t>
            </a:r>
            <a:r>
              <a:rPr lang="pt-PT" sz="1600" b="1" u="sng" dirty="0" err="1">
                <a:solidFill>
                  <a:prstClr val="white"/>
                </a:solidFill>
                <a:latin typeface="Aptos" panose="020B0004020202020204" pitchFamily="34" charset="0"/>
              </a:rPr>
              <a:t>Feed</a:t>
            </a:r>
            <a:endParaRPr lang="pt-PT" sz="1600" b="1" u="sng" dirty="0">
              <a:solidFill>
                <a:prstClr val="white"/>
              </a:solidFill>
              <a:latin typeface="Aptos" panose="020B0004020202020204" pitchFamily="34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AA4C18A-3DE5-412A-88A9-7EBB676448D5}"/>
              </a:ext>
            </a:extLst>
          </p:cNvPr>
          <p:cNvGrpSpPr/>
          <p:nvPr/>
        </p:nvGrpSpPr>
        <p:grpSpPr>
          <a:xfrm>
            <a:off x="2120260" y="1778415"/>
            <a:ext cx="347047" cy="323958"/>
            <a:chOff x="1169470" y="878748"/>
            <a:chExt cx="224729" cy="262891"/>
          </a:xfrm>
        </p:grpSpPr>
        <p:sp>
          <p:nvSpPr>
            <p:cNvPr id="45" name="Arrow: Right 44">
              <a:extLst>
                <a:ext uri="{FF2B5EF4-FFF2-40B4-BE49-F238E27FC236}">
                  <a16:creationId xmlns:a16="http://schemas.microsoft.com/office/drawing/2014/main" id="{D9D65748-29E0-CBCD-8B6D-5544E332EE4F}"/>
                </a:ext>
              </a:extLst>
            </p:cNvPr>
            <p:cNvSpPr/>
            <p:nvPr/>
          </p:nvSpPr>
          <p:spPr>
            <a:xfrm>
              <a:off x="1169470" y="878748"/>
              <a:ext cx="224729" cy="262891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PT" dirty="0">
                <a:latin typeface="Aptos" panose="020B0004020202020204" pitchFamily="34" charset="0"/>
              </a:endParaRPr>
            </a:p>
          </p:txBody>
        </p:sp>
        <p:sp>
          <p:nvSpPr>
            <p:cNvPr id="46" name="Arrow: Right 6">
              <a:extLst>
                <a:ext uri="{FF2B5EF4-FFF2-40B4-BE49-F238E27FC236}">
                  <a16:creationId xmlns:a16="http://schemas.microsoft.com/office/drawing/2014/main" id="{FC2378F4-8482-34B1-5ED7-7F8BB375F3F5}"/>
                </a:ext>
              </a:extLst>
            </p:cNvPr>
            <p:cNvSpPr txBox="1"/>
            <p:nvPr/>
          </p:nvSpPr>
          <p:spPr>
            <a:xfrm>
              <a:off x="1169470" y="931326"/>
              <a:ext cx="157310" cy="15773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pt-PT" sz="1000" kern="1200" dirty="0">
                <a:latin typeface="Aptos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8957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6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4A6A7-2582-0036-1726-534334BF9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1043569"/>
            <a:ext cx="4243753" cy="2371241"/>
          </a:xfrm>
        </p:spPr>
        <p:txBody>
          <a:bodyPr anchor="t">
            <a:normAutofit/>
          </a:bodyPr>
          <a:lstStyle/>
          <a:p>
            <a:r>
              <a:rPr lang="pt-PT" dirty="0" err="1"/>
              <a:t>Same</a:t>
            </a:r>
            <a:r>
              <a:rPr lang="pt-PT" dirty="0"/>
              <a:t> </a:t>
            </a:r>
            <a:r>
              <a:rPr lang="pt-PT" dirty="0" err="1"/>
              <a:t>Architecture</a:t>
            </a:r>
            <a:r>
              <a:rPr lang="pt-PT" dirty="0"/>
              <a:t>. </a:t>
            </a:r>
            <a:r>
              <a:rPr lang="pt-PT" dirty="0" err="1"/>
              <a:t>Different</a:t>
            </a:r>
            <a:r>
              <a:rPr lang="pt-PT" dirty="0"/>
              <a:t> Rules.</a:t>
            </a:r>
            <a:br>
              <a:rPr lang="pt-PT" dirty="0"/>
            </a:br>
            <a:r>
              <a:rPr lang="en-US" sz="3600" b="0" i="1" u="none" strike="noStrike" dirty="0">
                <a:solidFill>
                  <a:srgbClr val="E0E0E0"/>
                </a:solidFill>
                <a:effectLst/>
                <a:latin typeface="Calibri" panose="020F0502020204030204" pitchFamily="34" charset="0"/>
              </a:rPr>
              <a:t>Same pipeline. </a:t>
            </a:r>
            <a:endParaRPr lang="pt-PT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31D0080-3B8D-5AC5-97D7-84CEBC54E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8486" y="499304"/>
            <a:ext cx="4710000" cy="228518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C000B13-552C-B0A7-E78E-818A3E2079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1" y="2803666"/>
            <a:ext cx="4925212" cy="2721762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11E658FA-DB15-823D-6370-46D4D09D4CE3}"/>
              </a:ext>
            </a:extLst>
          </p:cNvPr>
          <p:cNvSpPr txBox="1"/>
          <p:nvPr/>
        </p:nvSpPr>
        <p:spPr>
          <a:xfrm>
            <a:off x="764436" y="5525428"/>
            <a:ext cx="23077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1800" b="0" i="1" u="none" strike="noStrike" dirty="0">
                <a:solidFill>
                  <a:srgbClr val="AAAAAA"/>
                </a:solidFill>
                <a:effectLst/>
                <a:latin typeface="Calibri" panose="020F0502020204030204" pitchFamily="34" charset="0"/>
              </a:rPr>
              <a:t>Maternity Dataset</a:t>
            </a:r>
            <a:endParaRPr lang="en-US" b="0" dirty="0">
              <a:effectLst/>
              <a:latin typeface="Aptos" panose="020B00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62B4BA4-6FE5-91D3-D2AD-E46A6E8966C8}"/>
              </a:ext>
            </a:extLst>
          </p:cNvPr>
          <p:cNvSpPr txBox="1"/>
          <p:nvPr/>
        </p:nvSpPr>
        <p:spPr>
          <a:xfrm>
            <a:off x="9430715" y="2693452"/>
            <a:ext cx="23077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1800" b="0" i="1" u="none" strike="noStrike" dirty="0">
                <a:solidFill>
                  <a:srgbClr val="AAAAAA"/>
                </a:solidFill>
                <a:effectLst/>
                <a:latin typeface="Calibri" panose="020F0502020204030204" pitchFamily="34" charset="0"/>
              </a:rPr>
              <a:t>Luxury Items Dataset</a:t>
            </a:r>
            <a:endParaRPr lang="en-US" b="0" dirty="0">
              <a:effectLst/>
              <a:latin typeface="Aptos" panose="020B00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F7EE1C6-C13A-DB76-F9A2-5FCA8888E131}"/>
              </a:ext>
            </a:extLst>
          </p:cNvPr>
          <p:cNvSpPr txBox="1"/>
          <p:nvPr/>
        </p:nvSpPr>
        <p:spPr>
          <a:xfrm>
            <a:off x="9450841" y="5986224"/>
            <a:ext cx="23077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1800" b="0" i="1" u="none" strike="noStrike" dirty="0">
                <a:solidFill>
                  <a:srgbClr val="AAAAAA"/>
                </a:solidFill>
                <a:effectLst/>
                <a:latin typeface="Calibri" panose="020F0502020204030204" pitchFamily="34" charset="0"/>
              </a:rPr>
              <a:t>Furniture Dataset</a:t>
            </a:r>
            <a:endParaRPr lang="en-US" b="0" dirty="0">
              <a:effectLst/>
              <a:latin typeface="Aptos" panose="020B0004020202020204" pitchFamily="34" charset="0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D9575E2C-E9A0-BBC6-A45D-B3418B54CE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7545" y="3701037"/>
            <a:ext cx="4730126" cy="228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772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20CE451-818C-E63D-258B-234B6C543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1BC8BE-09DC-7CAD-691F-6AC20BF87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4361686" cy="1527048"/>
          </a:xfrm>
        </p:spPr>
        <p:txBody>
          <a:bodyPr anchor="b">
            <a:normAutofit/>
          </a:bodyPr>
          <a:lstStyle/>
          <a:p>
            <a:r>
              <a:rPr lang="pt-PT" sz="3300" dirty="0" err="1"/>
              <a:t>Considerations</a:t>
            </a:r>
            <a:br>
              <a:rPr lang="pt-PT" sz="3300" dirty="0"/>
            </a:br>
            <a:r>
              <a:rPr lang="pt-PT" sz="3300" dirty="0" err="1"/>
              <a:t>Thoughts</a:t>
            </a:r>
            <a:br>
              <a:rPr lang="pt-PT" sz="3300" dirty="0"/>
            </a:br>
            <a:r>
              <a:rPr lang="pt-PT" sz="3300" dirty="0" err="1"/>
              <a:t>Conclusion</a:t>
            </a:r>
            <a:endParaRPr lang="pt-PT" sz="33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B1A57-BD58-E7E6-7EB2-4D493AF1F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734056"/>
            <a:ext cx="4361687" cy="2337381"/>
          </a:xfrm>
        </p:spPr>
        <p:txBody>
          <a:bodyPr>
            <a:normAutofit/>
          </a:bodyPr>
          <a:lstStyle/>
          <a:p>
            <a:r>
              <a:rPr lang="en-US" sz="1800" dirty="0"/>
              <a:t>A question</a:t>
            </a:r>
          </a:p>
          <a:p>
            <a:r>
              <a:rPr lang="en-US" sz="1800" b="0" i="0" u="none" strike="noStrike" dirty="0">
                <a:effectLst/>
              </a:rPr>
              <a:t>A working flow between tools</a:t>
            </a:r>
            <a:br>
              <a:rPr lang="en-US" sz="1800" b="0" i="0" u="none" strike="noStrike" dirty="0">
                <a:effectLst/>
              </a:rPr>
            </a:br>
            <a:br>
              <a:rPr lang="en-US" sz="1800" b="0" i="0" u="none" strike="noStrike" dirty="0">
                <a:effectLst/>
              </a:rPr>
            </a:br>
            <a:endParaRPr lang="en-US" sz="1800" b="0" i="0" u="none" strike="noStrike" dirty="0">
              <a:effectLst/>
            </a:endParaRPr>
          </a:p>
          <a:p>
            <a:r>
              <a:rPr lang="en-US" sz="1800" b="0" i="0" u="none" strike="noStrike" dirty="0">
                <a:effectLst/>
              </a:rPr>
              <a:t>Renting </a:t>
            </a:r>
            <a:r>
              <a:rPr lang="en-US" sz="1800" dirty="0"/>
              <a:t>can be Sexy!</a:t>
            </a:r>
            <a:br>
              <a:rPr lang="en-US" sz="1800" dirty="0"/>
            </a:br>
            <a:r>
              <a:rPr lang="en-US" sz="1800" dirty="0"/>
              <a:t>	</a:t>
            </a:r>
            <a:r>
              <a:rPr lang="en-US" sz="1800" b="0" i="1" u="none" strike="noStrike" dirty="0">
                <a:effectLst/>
              </a:rPr>
              <a:t>Just like renting a DVD once was.</a:t>
            </a:r>
          </a:p>
          <a:p>
            <a:endParaRPr lang="pt-PT" sz="1800" dirty="0"/>
          </a:p>
        </p:txBody>
      </p:sp>
      <p:pic>
        <p:nvPicPr>
          <p:cNvPr id="10" name="Picture 9" descr="A sign in a store&#10;&#10;Description automatically generated">
            <a:extLst>
              <a:ext uri="{FF2B5EF4-FFF2-40B4-BE49-F238E27FC236}">
                <a16:creationId xmlns:a16="http://schemas.microsoft.com/office/drawing/2014/main" id="{630EA044-EEB5-4BD6-F39D-D958B7075F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2" r="29074" b="-2"/>
          <a:stretch>
            <a:fillRect/>
          </a:stretch>
        </p:blipFill>
        <p:spPr>
          <a:xfrm>
            <a:off x="5818632" y="-1"/>
            <a:ext cx="6373368" cy="6858001"/>
          </a:xfrm>
          <a:prstGeom prst="rect">
            <a:avLst/>
          </a:prstGeom>
        </p:spPr>
      </p:pic>
      <p:sp>
        <p:nvSpPr>
          <p:cNvPr id="7" name="AutoShape 8" descr="Loja de DVDs e revistas vintage">
            <a:extLst>
              <a:ext uri="{FF2B5EF4-FFF2-40B4-BE49-F238E27FC236}">
                <a16:creationId xmlns:a16="http://schemas.microsoft.com/office/drawing/2014/main" id="{7536C64F-0F85-8F17-2C35-03A391869D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63680289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535</TotalTime>
  <Words>263</Words>
  <Application>Microsoft Office PowerPoint</Application>
  <PresentationFormat>Widescreen</PresentationFormat>
  <Paragraphs>68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Goudy Old Style</vt:lpstr>
      <vt:lpstr>VanillaVTI</vt:lpstr>
      <vt:lpstr>Retail Rental Society</vt:lpstr>
      <vt:lpstr>The Unsustainable Loop</vt:lpstr>
      <vt:lpstr>What does this mean?</vt:lpstr>
      <vt:lpstr>The Rental Culture and Data Setup</vt:lpstr>
      <vt:lpstr>Does Rental beat Markdown?</vt:lpstr>
      <vt:lpstr>The Full Stack</vt:lpstr>
      <vt:lpstr>Same Architecture. Different Rules. Same pipeline. </vt:lpstr>
      <vt:lpstr>Considerations Thoughts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 F</dc:creator>
  <cp:lastModifiedBy>B F</cp:lastModifiedBy>
  <cp:revision>7</cp:revision>
  <dcterms:created xsi:type="dcterms:W3CDTF">2026-04-16T10:41:53Z</dcterms:created>
  <dcterms:modified xsi:type="dcterms:W3CDTF">2026-04-16T23:09:15Z</dcterms:modified>
</cp:coreProperties>
</file>